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37e1d2b2f514790" /><Relationship Type="http://schemas.openxmlformats.org/officeDocument/2006/relationships/extended-properties" Target="/docProps/app.xml" Id="R80e1e211fa304b30" /><Relationship Type="http://schemas.openxmlformats.org/officeDocument/2006/relationships/officeDocument" Target="/ppt/presentation.xml" Id="Rf84bfb85a7814029" /></Relationships>
</file>

<file path=ppt/presentation.xml><?xml version="1.0" encoding="utf-8"?>
<p:presentation xmlns:p="http://schemas.openxmlformats.org/presentationml/2006/main">
  <p:sldMasterIdLst>
    <p:sldMasterId xmlns:r="http://schemas.openxmlformats.org/officeDocument/2006/relationships" id="2147483648" r:id="Re3317b137f004d1b"/>
  </p:sldMasterIdLst>
  <p:notesMasterIdLst>
    <p:notesMasterId xmlns:r="http://schemas.openxmlformats.org/officeDocument/2006/relationships" r:id="Rcdfba4fe100b4263"/>
  </p:notesMasterIdLst>
  <p:sldIdLst>
    <p:sldId xmlns:r="http://schemas.openxmlformats.org/officeDocument/2006/relationships" id="256" r:id="Rf93c48c872414bcb"/>
    <p:sldId xmlns:r="http://schemas.openxmlformats.org/officeDocument/2006/relationships" id="257" r:id="R0fe7fa54c1cb40f2"/>
    <p:sldId xmlns:r="http://schemas.openxmlformats.org/officeDocument/2006/relationships" id="258" r:id="R15bfbf3e47a347f8"/>
    <p:sldId xmlns:r="http://schemas.openxmlformats.org/officeDocument/2006/relationships" id="259" r:id="R95a7f76df4f94c4c"/>
    <p:sldId xmlns:r="http://schemas.openxmlformats.org/officeDocument/2006/relationships" id="260" r:id="R5cbe641889e04701"/>
    <p:sldId xmlns:r="http://schemas.openxmlformats.org/officeDocument/2006/relationships" id="261" r:id="Rd1837a57626447cf"/>
    <p:sldId xmlns:r="http://schemas.openxmlformats.org/officeDocument/2006/relationships" id="262" r:id="R994af2c31ece4590"/>
    <p:sldId xmlns:r="http://schemas.openxmlformats.org/officeDocument/2006/relationships" id="263" r:id="Reca15ecc0ed4444b"/>
    <p:sldId xmlns:r="http://schemas.openxmlformats.org/officeDocument/2006/relationships" id="264" r:id="Rdc95ef556803427d"/>
    <p:sldId xmlns:r="http://schemas.openxmlformats.org/officeDocument/2006/relationships" id="265" r:id="R932e07984f154a4d"/>
    <p:sldId xmlns:r="http://schemas.openxmlformats.org/officeDocument/2006/relationships" id="266" r:id="R58230d2845c2439a"/>
    <p:sldId xmlns:r="http://schemas.openxmlformats.org/officeDocument/2006/relationships" id="267" r:id="R79a76e3d7bb34091"/>
    <p:sldId xmlns:r="http://schemas.openxmlformats.org/officeDocument/2006/relationships" id="268" r:id="R107fda83ee344dd6"/>
    <p:sldId xmlns:r="http://schemas.openxmlformats.org/officeDocument/2006/relationships" id="269" r:id="R4ef39167f93e4c76"/>
    <p:sldId xmlns:r="http://schemas.openxmlformats.org/officeDocument/2006/relationships" id="270" r:id="R5b712cd9ccad48c6"/>
    <p:sldId xmlns:r="http://schemas.openxmlformats.org/officeDocument/2006/relationships" id="271" r:id="Ra896699b89104525"/>
    <p:sldId xmlns:r="http://schemas.openxmlformats.org/officeDocument/2006/relationships" id="272" r:id="Rb3f0ae2a453e48ba"/>
    <p:sldId xmlns:r="http://schemas.openxmlformats.org/officeDocument/2006/relationships" id="273" r:id="R34eea5c30fac4efc"/>
    <p:sldId xmlns:r="http://schemas.openxmlformats.org/officeDocument/2006/relationships" id="274" r:id="Rf47eea8bbcd7493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d56c98f2f5142ef" /><Relationship Type="http://schemas.openxmlformats.org/officeDocument/2006/relationships/slideMaster" Target="/ppt/slideMasters/slideMaster1.xml" Id="Re3317b137f004d1b" /><Relationship Type="http://schemas.openxmlformats.org/officeDocument/2006/relationships/notesMaster" Target="/ppt/notesMasters/notesMaster1.xml" Id="Rcdfba4fe100b4263" /><Relationship Type="http://schemas.openxmlformats.org/officeDocument/2006/relationships/presProps" Target="/ppt/presProps.xml" Id="R5ef0cc4b01cc41bc" /><Relationship Type="http://schemas.openxmlformats.org/officeDocument/2006/relationships/tableStyles" Target="/ppt/tableStyles.xml" Id="R9a778500a81a4c4b" /><Relationship Type="http://schemas.openxmlformats.org/officeDocument/2006/relationships/slide" Target="/ppt/slides/slide1.xml" Id="Rf93c48c872414bcb" /><Relationship Type="http://schemas.openxmlformats.org/officeDocument/2006/relationships/slide" Target="/ppt/slides/slide2.xml" Id="R0fe7fa54c1cb40f2" /><Relationship Type="http://schemas.openxmlformats.org/officeDocument/2006/relationships/slide" Target="/ppt/slides/slide3.xml" Id="R15bfbf3e47a347f8" /><Relationship Type="http://schemas.openxmlformats.org/officeDocument/2006/relationships/slide" Target="/ppt/slides/slide4.xml" Id="R95a7f76df4f94c4c" /><Relationship Type="http://schemas.openxmlformats.org/officeDocument/2006/relationships/slide" Target="/ppt/slides/slide5.xml" Id="R5cbe641889e04701" /><Relationship Type="http://schemas.openxmlformats.org/officeDocument/2006/relationships/slide" Target="/ppt/slides/slide6.xml" Id="Rd1837a57626447cf" /><Relationship Type="http://schemas.openxmlformats.org/officeDocument/2006/relationships/slide" Target="/ppt/slides/slide7.xml" Id="R994af2c31ece4590" /><Relationship Type="http://schemas.openxmlformats.org/officeDocument/2006/relationships/slide" Target="/ppt/slides/slide8.xml" Id="Reca15ecc0ed4444b" /><Relationship Type="http://schemas.openxmlformats.org/officeDocument/2006/relationships/slide" Target="/ppt/slides/slide9.xml" Id="Rdc95ef556803427d" /><Relationship Type="http://schemas.openxmlformats.org/officeDocument/2006/relationships/slide" Target="/ppt/slides/slide10.xml" Id="R932e07984f154a4d" /><Relationship Type="http://schemas.openxmlformats.org/officeDocument/2006/relationships/slide" Target="/ppt/slides/slide11.xml" Id="R58230d2845c2439a" /><Relationship Type="http://schemas.openxmlformats.org/officeDocument/2006/relationships/slide" Target="/ppt/slides/slide12.xml" Id="R79a76e3d7bb34091" /><Relationship Type="http://schemas.openxmlformats.org/officeDocument/2006/relationships/slide" Target="/ppt/slides/slide13.xml" Id="R107fda83ee344dd6" /><Relationship Type="http://schemas.openxmlformats.org/officeDocument/2006/relationships/slide" Target="/ppt/slides/slide14.xml" Id="R4ef39167f93e4c76" /><Relationship Type="http://schemas.openxmlformats.org/officeDocument/2006/relationships/slide" Target="/ppt/slides/slide15.xml" Id="R5b712cd9ccad48c6" /><Relationship Type="http://schemas.openxmlformats.org/officeDocument/2006/relationships/slide" Target="/ppt/slides/slide16.xml" Id="Ra896699b89104525" /><Relationship Type="http://schemas.openxmlformats.org/officeDocument/2006/relationships/slide" Target="/ppt/slides/slide17.xml" Id="Rb3f0ae2a453e48ba" /><Relationship Type="http://schemas.openxmlformats.org/officeDocument/2006/relationships/slide" Target="/ppt/slides/slide18.xml" Id="R34eea5c30fac4efc" /><Relationship Type="http://schemas.openxmlformats.org/officeDocument/2006/relationships/slide" Target="/ppt/slides/slide19.xml" Id="Rf47eea8bbcd7493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4e103cd9e554eb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6a9c90905ab48e0" /><Relationship Type="http://schemas.openxmlformats.org/officeDocument/2006/relationships/notesMaster" Target="/ppt/notesMasters/notesMaster1.xml" Id="R80cbd1e4e08f4e04" /></Relationships>
</file>

<file path=ppt/notesSlides/_rels/notesSlide2.xml.rels>&#65279;<?xml version="1.0" encoding="utf-8"?><Relationships xmlns="http://schemas.openxmlformats.org/package/2006/relationships"><Relationship Type="http://schemas.openxmlformats.org/officeDocument/2006/relationships/slide" Target="/ppt/slides/slide2.xml" Id="R9a4614b192ee45f6" /><Relationship Type="http://schemas.openxmlformats.org/officeDocument/2006/relationships/notesMaster" Target="/ppt/notesMasters/notesMaster1.xml" Id="Rd2f01d4046b948f5" /></Relationships>
</file>

<file path=ppt/notesSlides/_rels/notesSlide3.xml.rels>&#65279;<?xml version="1.0" encoding="utf-8"?><Relationships xmlns="http://schemas.openxmlformats.org/package/2006/relationships"><Relationship Type="http://schemas.openxmlformats.org/officeDocument/2006/relationships/slide" Target="/ppt/slides/slide3.xml" Id="R1894aaaf77f049f8" /><Relationship Type="http://schemas.openxmlformats.org/officeDocument/2006/relationships/notesMaster" Target="/ppt/notesMasters/notesMaster1.xml" Id="R79ea6562e490427a" /></Relationships>
</file>

<file path=ppt/notesSlides/_rels/notesSlide4.xml.rels>&#65279;<?xml version="1.0" encoding="utf-8"?><Relationships xmlns="http://schemas.openxmlformats.org/package/2006/relationships"><Relationship Type="http://schemas.openxmlformats.org/officeDocument/2006/relationships/slide" Target="/ppt/slides/slide4.xml" Id="R18b1b7a5849a4b39" /><Relationship Type="http://schemas.openxmlformats.org/officeDocument/2006/relationships/notesMaster" Target="/ppt/notesMasters/notesMaster1.xml" Id="Rb389c46c540c4a63" /></Relationships>
</file>

<file path=ppt/notesSlides/_rels/notesSlide5.xml.rels>&#65279;<?xml version="1.0" encoding="utf-8"?><Relationships xmlns="http://schemas.openxmlformats.org/package/2006/relationships"><Relationship Type="http://schemas.openxmlformats.org/officeDocument/2006/relationships/slide" Target="/ppt/slides/slide5.xml" Id="R0a79658f98184557" /><Relationship Type="http://schemas.openxmlformats.org/officeDocument/2006/relationships/notesMaster" Target="/ppt/notesMasters/notesMaster1.xml" Id="R107086331db24bf4" /></Relationships>
</file>

<file path=ppt/notesSlides/_rels/notesSlide6.xml.rels>&#65279;<?xml version="1.0" encoding="utf-8"?><Relationships xmlns="http://schemas.openxmlformats.org/package/2006/relationships"><Relationship Type="http://schemas.openxmlformats.org/officeDocument/2006/relationships/slide" Target="/ppt/slides/slide6.xml" Id="Rbe47a29cb5274b03" /><Relationship Type="http://schemas.openxmlformats.org/officeDocument/2006/relationships/notesMaster" Target="/ppt/notesMasters/notesMaster1.xml" Id="R9c1afd38c90e4873" /></Relationships>
</file>

<file path=ppt/notesSlides/_rels/notesSlide7.xml.rels>&#65279;<?xml version="1.0" encoding="utf-8"?><Relationships xmlns="http://schemas.openxmlformats.org/package/2006/relationships"><Relationship Type="http://schemas.openxmlformats.org/officeDocument/2006/relationships/slide" Target="/ppt/slides/slide7.xml" Id="R8ba147aaccf24e3e" /><Relationship Type="http://schemas.openxmlformats.org/officeDocument/2006/relationships/notesMaster" Target="/ppt/notesMasters/notesMaster1.xml" Id="Re389a2a0557a426e" /></Relationships>
</file>

<file path=ppt/notesSlides/_rels/notesSlide8.xml.rels>&#65279;<?xml version="1.0" encoding="utf-8"?><Relationships xmlns="http://schemas.openxmlformats.org/package/2006/relationships"><Relationship Type="http://schemas.openxmlformats.org/officeDocument/2006/relationships/slide" Target="/ppt/slides/slide8.xml" Id="Raee909d2f1d344ba" /><Relationship Type="http://schemas.openxmlformats.org/officeDocument/2006/relationships/notesMaster" Target="/ppt/notesMasters/notesMaster1.xml" Id="Recd1b34e45aa4918" /></Relationships>
</file>

<file path=ppt/notesSlides/_rels/notesSlide9.xml.rels>&#65279;<?xml version="1.0" encoding="utf-8"?><Relationships xmlns="http://schemas.openxmlformats.org/package/2006/relationships"><Relationship Type="http://schemas.openxmlformats.org/officeDocument/2006/relationships/slide" Target="/ppt/slides/slide9.xml" Id="Rc45e96be9a7f4daa" /><Relationship Type="http://schemas.openxmlformats.org/officeDocument/2006/relationships/notesMaster" Target="/ppt/notesMasters/notesMaster1.xml" Id="R8294967c5e0f498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279987e370e48c6" /><Relationship Type="http://schemas.openxmlformats.org/officeDocument/2006/relationships/notesMaster" Target="/ppt/notesMasters/notesMaster1.xml" Id="R14b53f4edc8e425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70f03d442664c1f" /><Relationship Type="http://schemas.openxmlformats.org/officeDocument/2006/relationships/notesMaster" Target="/ppt/notesMasters/notesMaster1.xml" Id="R949078c33d79473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232c6ffe13c416e" /><Relationship Type="http://schemas.openxmlformats.org/officeDocument/2006/relationships/notesMaster" Target="/ppt/notesMasters/notesMaster1.xml" Id="R4cd07395b13844e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a5d1925d6d14f7d" /><Relationship Type="http://schemas.openxmlformats.org/officeDocument/2006/relationships/notesMaster" Target="/ppt/notesMasters/notesMaster1.xml" Id="Rc4b5589252734e7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f59064af87e4eb0" /><Relationship Type="http://schemas.openxmlformats.org/officeDocument/2006/relationships/notesMaster" Target="/ppt/notesMasters/notesMaster1.xml" Id="Rffe4f911004843f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72caa4b6804489a" /><Relationship Type="http://schemas.openxmlformats.org/officeDocument/2006/relationships/notesMaster" Target="/ppt/notesMasters/notesMaster1.xml" Id="Rdbb207a59a6c48d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bd0f270df4e4eee" /><Relationship Type="http://schemas.openxmlformats.org/officeDocument/2006/relationships/notesMaster" Target="/ppt/notesMasters/notesMaster1.xml" Id="Ra4f548d7139e432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0bf248beb424c33" /><Relationship Type="http://schemas.openxmlformats.org/officeDocument/2006/relationships/notesMaster" Target="/ppt/notesMasters/notesMaster1.xml" Id="R6188ce2ee8ed4ea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df13c836c4b4ef8" /><Relationship Type="http://schemas.openxmlformats.org/officeDocument/2006/relationships/notesMaster" Target="/ppt/notesMasters/notesMaster1.xml" Id="R9e783cec5c0a461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28742bde82e4e81" /><Relationship Type="http://schemas.openxmlformats.org/officeDocument/2006/relationships/notesMaster" Target="/ppt/notesMasters/notesMaster1.xml" Id="R323ee3e34c0f43f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energy. Tell participants: keep laptops closed for 90 seconds. Then immediately run the finished voice-agent demo. Target: 1 minute.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script: ask for a room; interrupt halfway through the agent’s clarification; let the fake booking tool complete. Point out the three beats: ask, interrupt, tool completes. Target: 3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 expectations: this is guided hands-on, with optional stretch work. Point out that each checkpoint is runnable. Target: 2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Share the repository link through the event page or attendee chat. Ask helpers to resolve keys, microphones, and browser permissions. Target: 4–6 minutes.</a:t>
            </a:r>
          </a:p>
          <a:p xmlns:a="http://schemas.openxmlformats.org/drawingml/2006/main">
            <a:r>
              <a:t/>
            </a:r>
          </a:p>
          <a:p xmlns:a="http://schemas.openxmlformats.org/drawingml/2006/main">
            <a:r>
              <a:t>Prerequisites in the repo README: modern Chromium browser, headphones, working mic, prepared Python environment, workshop credential path, and checkpoint folders.</a:t>
            </a:r>
          </a:p>
          <a:p xmlns:a="http://schemas.openxmlformats.org/drawingml/2006/main">
            <a:r>
              <a:t>
[Sources]
- https://github.com/aswincsekar/adk-voice-workshop (repository link and QR target; accessed 2026-08-21)
- https://api.qrserver.com/v1/create-qr-code/ (QR raster generator; accessed 2026-08-21)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to frame pacing. For a 45-minute slot, compress setup, narrate the architecture diagram, and make the mini challenge one modification rather than a full build. Target: 1 minute.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Live-code only the Agent constructor. Participants copy the starter or uncomment the prepared block, run it, and ask one text question. Target: 6 minutes.</a:t>
            </a:r>
          </a:p>
          <a:p xmlns:a="http://schemas.openxmlformats.org/drawingml/2006/main">
            <a:r>
              <a:t/>
            </a:r>
          </a:p>
          <a:p xmlns:a="http://schemas.openxmlformats.org/drawingml/2006/main">
            <a:r>
              <a:t>[Sources]</a:t>
            </a:r>
          </a:p>
          <a:p xmlns:a="http://schemas.openxmlformats.org/drawingml/2006/main">
            <a:r>
              <a:t>- https://google.github.io/agents-cli/guide/hands-on-tutorial/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a visible 3-minute timer. After 2 minutes, ask one person to read their instruction aloud. If participants are behind, direct them to checkpoint 01. Target: 4 minutes including debrief.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once with a vague docstring, then improve it. Ask participants to change one returned room or argument, run checkpoint 02, and verify the tool call in the trace. Target: 7 minutes.</a:t>
            </a:r>
          </a:p>
          <a:p xmlns:a="http://schemas.openxmlformats.org/drawingml/2006/main">
            <a:r>
              <a:t/>
            </a:r>
          </a:p>
          <a:p xmlns:a="http://schemas.openxmlformats.org/drawingml/2006/main">
            <a:r>
              <a:t>[Sources]</a:t>
            </a:r>
          </a:p>
          <a:p xmlns:a="http://schemas.openxmlformats.org/drawingml/2006/main">
            <a:r>
              <a:t>- https://google.github.io/agents-cli/guide/hands-on-tutorial/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Participants run the prepared voice checkpoint and speak to their agent. Keep headphones on to avoid feedback. If a mic fails, pair participants—do not debug on the main stage. Target: 5 minutes.</a:t>
            </a:r>
          </a:p>
          <a:p xmlns:a="http://schemas.openxmlformats.org/drawingml/2006/main">
            <a:r>
              <a:t/>
            </a:r>
          </a:p>
          <a:p xmlns:a="http://schemas.openxmlformats.org/drawingml/2006/main">
            <a:r>
              <a:t>[Sources]</a:t>
            </a:r>
          </a:p>
          <a:p xmlns:a="http://schemas.openxmlformats.org/drawingml/2006/main">
            <a:r>
              <a:t>- https://github.com/google/adk-docs/blob/main/docs/live/get-started/streaming-python.md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Give 4 minutes. Ask participants to capture one awkward moment, not solve it yet. Use responses to transition into VAD and barge-in. Target: 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Replay the interruption demo slowly. Point at the moment the user starts speaking. Explain VAD as activity detection and barge-in as the combined product behavior: detect, stop output, preserve the correction. Target: 4 minutes.</a:t>
            </a:r>
          </a:p>
          <a:p xmlns:a="http://schemas.openxmlformats.org/drawingml/2006/main">
            <a:r>
              <a:t/>
            </a:r>
          </a:p>
          <a:p xmlns:a="http://schemas.openxmlformats.org/drawingml/2006/main">
            <a:r>
              <a:t>[Sources]</a:t>
            </a:r>
          </a:p>
          <a:p xmlns:a="http://schemas.openxmlformats.org/drawingml/2006/main">
            <a:r>
              <a:t>- https://adk.dev/streaming/dev-guide/part1/</a:t>
            </a:r>
          </a:p>
          <a:p xmlns:a="http://schemas.openxmlformats.org/drawingml/2006/main">
            <a:r>
              <a:t>- https://adk.dev/streaming/dev-guide/part2/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left to right. Stress that WebSocket is the app transport, LiveRequestQueue is the ordered per-session input channel, and run_live() produces downstream Events. Upstream and downstream run concurrently. Target: 5 minutes.</a:t>
            </a:r>
          </a:p>
          <a:p xmlns:a="http://schemas.openxmlformats.org/drawingml/2006/main">
            <a:r>
              <a:t/>
            </a:r>
          </a:p>
          <a:p xmlns:a="http://schemas.openxmlformats.org/drawingml/2006/main">
            <a:r>
              <a:t>[Sources]</a:t>
            </a:r>
          </a:p>
          <a:p xmlns:a="http://schemas.openxmlformats.org/drawingml/2006/main">
            <a:r>
              <a:t>- https://adk.dev/streaming/dev-guide/part1/</a:t>
            </a:r>
          </a:p>
          <a:p xmlns:a="http://schemas.openxmlformats.org/drawingml/2006/main">
            <a:r>
              <a:t>- https://adk.dev/streaming/dev-guide/part2/</a:t>
            </a:r>
          </a:p>
          <a:p xmlns:a="http://schemas.openxmlformats.org/drawingml/2006/main">
            <a:r>
              <a:t>- https://adk.dev/streaming/dev-guide/part3/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event log next to the live UI. Point out partial versus final transcripts and explain why the client should update rather than append every fragment. Target: 4 minutes.</a:t>
            </a:r>
          </a:p>
          <a:p xmlns:a="http://schemas.openxmlformats.org/drawingml/2006/main">
            <a:r>
              <a:t/>
            </a:r>
          </a:p>
          <a:p xmlns:a="http://schemas.openxmlformats.org/drawingml/2006/main">
            <a:r>
              <a:t>[Sources]</a:t>
            </a:r>
          </a:p>
          <a:p xmlns:a="http://schemas.openxmlformats.org/drawingml/2006/main">
            <a:r>
              <a:t>- https://adk.dev/streaming/dev-guide/part3/</a:t>
            </a:r>
          </a:p>
          <a:p xmlns:a="http://schemas.openxmlformats.org/drawingml/2006/main">
            <a:r>
              <a:t>- https://adk.dev/streaming/dev-guide/part1/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checkpoint 04. The agent acknowledges the check before calling the tool. The tool waits five seconds, then either returns normal room data or a structured error for 13:00 / ROOM_TOOL_FAIL=1. The agent apologizes and offers another time without retrying automatically. Target: 4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the actual checkpoint behavior: acknowledge before the call, wait five seconds, inspect the structured result, then apologize and offer another time. Emphasize that retryable is data for a future policy; this demo does not retry automatically. Target: 3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practical: identify one metric and one guardrail for the room-booking agent. Mention that each streaming session needs isolated queue/config/state and that large media should not be treated like ordinary event payloads. Target: 4 minutes.</a:t>
            </a:r>
          </a:p>
          <a:p xmlns:a="http://schemas.openxmlformats.org/drawingml/2006/main">
            <a:r>
              <a:t/>
            </a:r>
          </a:p>
          <a:p xmlns:a="http://schemas.openxmlformats.org/drawingml/2006/main">
            <a:r>
              <a:t>[Sources]</a:t>
            </a:r>
          </a:p>
          <a:p xmlns:a="http://schemas.openxmlformats.org/drawingml/2006/main">
            <a:r>
              <a:t>- https://adk.dev/streaming/dev-guide/part1/</a:t>
            </a:r>
          </a:p>
          <a:p xmlns:a="http://schemas.openxmlformats.org/drawingml/2006/main">
            <a:r>
              <a:t>- https://developers.googleblog.com/beyond-request-response-architecting-real-time-bidirectional-streaming-multi-agent-system/</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checkpoint 06 and use the microphone. The room search is read-only and should proceed without approval. Creating the simulated booking request is consequential and should open ADK Web’s confirmation dialog. Reject it once, repeat the request, and approve it. Emphasize that validation happens in Python and that success creates only a simulated request—not a real booking. ADK currently marks tool confirmation experimental, so real deployments should validate it carefully or use a durable approval workflow. Remaining production work includes authentication, authorization, durable storage, idempotency, calendar integration, retries, circuit breakers, session resumption, rate limits, WebSocket controls, observability, transcript privacy, secret management, accessibility, and conversation evals.</a:t>
            </a:r>
          </a:p>
          <a:p xmlns:a="http://schemas.openxmlformats.org/drawingml/2006/main">
            <a:r>
              <a:t/>
            </a:r>
          </a:p>
          <a:p xmlns:a="http://schemas.openxmlformats.org/drawingml/2006/main">
            <a:r>
              <a:t>[Sources]</a:t>
            </a:r>
          </a:p>
          <a:p xmlns:a="http://schemas.openxmlformats.org/drawingml/2006/main">
            <a:r>
              <a:t>- https://adk.dev/tools-custom/confirmation/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a 6-minute timer. Invite two fast demos: 30 seconds each. If the slot is 45 minutes, reduce to 3 minutes and ask participants to choose option A only. Target: 7–8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Resolve the opening demo: participants can now name what was happening under the hood. End with one concrete action—replace the fake tool with a safe, observable workflow. Leave the repo and QR on screen after the deck if possible. Target: 2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0621ef96876448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9e1f4753c1a4e57" /><Relationship Type="http://schemas.openxmlformats.org/officeDocument/2006/relationships/slideLayout" Target="/ppt/slideLayouts/slideLayout1.xml" Id="Ra7554aa91faa42a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7554aa91faa42a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1573ef42eda4c16" /><Relationship Type="http://schemas.openxmlformats.org/officeDocument/2006/relationships/notesSlide" Target="/ppt/notesSlides/notesSlide1.xml" Id="R95562b41976645c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634727f3ca945b6" /><Relationship Type="http://schemas.openxmlformats.org/officeDocument/2006/relationships/notesSlide" Target="/ppt/notesSlides/notesSlide2.xml" Id="R2e0be2b56a3f40a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f94d7e39ea345f8" /><Relationship Type="http://schemas.openxmlformats.org/officeDocument/2006/relationships/notesSlide" Target="/ppt/notesSlides/notesSlide3.xml" Id="R3129cc08ffd04d3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519c5c12596489d" /><Relationship Type="http://schemas.openxmlformats.org/officeDocument/2006/relationships/image" Target="/ppt/media/image.png" Id="R03844162e0954ff4" /><Relationship Type="http://schemas.openxmlformats.org/officeDocument/2006/relationships/hyperlink" Target="https://github.com/aswincsekar/adk-voice-workshop" TargetMode="External" Id="Ra12e7660b6c842ae" /><Relationship Type="http://schemas.openxmlformats.org/officeDocument/2006/relationships/notesSlide" Target="/ppt/notesSlides/notesSlide4.xml" Id="R2b4a027c3be8427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4af06ace83c4266" /><Relationship Type="http://schemas.openxmlformats.org/officeDocument/2006/relationships/notesSlide" Target="/ppt/notesSlides/notesSlide5.xml" Id="Rbbb1092d325f450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ba5ab948d36494d" /><Relationship Type="http://schemas.openxmlformats.org/officeDocument/2006/relationships/notesSlide" Target="/ppt/notesSlides/notesSlide6.xml" Id="R40e5f2d5100f4e9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4c797b3c0a34837" /><Relationship Type="http://schemas.openxmlformats.org/officeDocument/2006/relationships/notesSlide" Target="/ppt/notesSlides/notesSlide7.xml" Id="Reed7416a751540d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20bba4b41ca47b8" /><Relationship Type="http://schemas.openxmlformats.org/officeDocument/2006/relationships/notesSlide" Target="/ppt/notesSlides/notesSlide8.xml" Id="R1c5219f292ed43c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f4e736474d4471d" /><Relationship Type="http://schemas.openxmlformats.org/officeDocument/2006/relationships/notesSlide" Target="/ppt/notesSlides/notesSlide9.xml" Id="R84879bbb7ca84ad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31f6045c6ef4331" /><Relationship Type="http://schemas.openxmlformats.org/officeDocument/2006/relationships/notesSlide" Target="/ppt/notesSlides/notesSlide10.xml" Id="Rdd3a36e2a01b4d7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ccc5552cb50474f" /><Relationship Type="http://schemas.openxmlformats.org/officeDocument/2006/relationships/notesSlide" Target="/ppt/notesSlides/notesSlide11.xml" Id="Rd09a9223b74a409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39938553e334084" /><Relationship Type="http://schemas.openxmlformats.org/officeDocument/2006/relationships/notesSlide" Target="/ppt/notesSlides/notesSlide12.xml" Id="R756e596e3e9e4dd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0b16e6270d74ab5" /><Relationship Type="http://schemas.openxmlformats.org/officeDocument/2006/relationships/notesSlide" Target="/ppt/notesSlides/notesSlide13.xml" Id="R9a08bf22d018401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b2ea60c6358468a" /><Relationship Type="http://schemas.openxmlformats.org/officeDocument/2006/relationships/notesSlide" Target="/ppt/notesSlides/notesSlide14.xml" Id="R4b55544f575e4db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6f2a010b6654cc7" /><Relationship Type="http://schemas.openxmlformats.org/officeDocument/2006/relationships/notesSlide" Target="/ppt/notesSlides/notesSlide15.xml" Id="R49d4e7d89603463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2def39b8ccd4b48" /><Relationship Type="http://schemas.openxmlformats.org/officeDocument/2006/relationships/notesSlide" Target="/ppt/notesSlides/notesSlide16.xml" Id="Re83187daafc84dc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3f865013171429a" /><Relationship Type="http://schemas.openxmlformats.org/officeDocument/2006/relationships/notesSlide" Target="/ppt/notesSlides/notesSlide17.xml" Id="R2072b408ca154ca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ff21ad704134b0d" /><Relationship Type="http://schemas.openxmlformats.org/officeDocument/2006/relationships/notesSlide" Target="/ppt/notesSlides/notesSlide18.xml" Id="R26585b5e60f34ce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8a3dbeec2ae4ad9" /><Relationship Type="http://schemas.openxmlformats.org/officeDocument/2006/relationships/notesSlide" Target="/ppt/notesSlides/notesSlide19.xml" Id="R30b4094c8e7b4386" /></Relationships>
</file>

<file path=ppt/slides/slide1.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28DDCA53-BE89-4F97-9DE0-61364DE0B29D}"/>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59A64"/>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B7220A8-D5D1-4611-AC01-D3FCC9D2D419}"/>
              </a:ext>
            </a:extLst>
          </p:cNvPr>
          <p:cNvSpPr>
            <a:spLocks xmlns:a="http://schemas.openxmlformats.org/drawingml/2006/main" noGrp="1"/>
          </p:cNvSpPr>
          <p:nvPr/>
        </p:nvSpPr>
        <p:spPr>
          <a:xfrm xmlns:a="http://schemas.openxmlformats.org/drawingml/2006/main">
            <a:off x="723900" y="66675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i="0">
                <a:solidFill>
                  <a:srgbClr val="159A64"/>
                </a:solidFill>
              </a:defRPr>
            </a:pPr>
            <a:r>
              <a:rPr sz="1200" b="1" i="0">
                <a:solidFill>
                  <a:srgbClr val="159A64"/>
                </a:solidFill>
              </a:rPr>
              <a:t>Guided hands-on workshop</a:t>
            </a:r>
          </a:p>
        </p:txBody>
      </p:sp>
      <p:sp>
        <p:nvSpPr>
          <p:cNvPr id="3" name="">
            <a:extLst xmlns:a="http://schemas.openxmlformats.org/drawingml/2006/main">
              <a:ext uri="{FF2B5EF4-FFF2-40B4-BE49-F238E27FC236}">
                <a16:creationId xmlns:a16="http://schemas.microsoft.com/office/drawing/2014/main" id="{393AD088-A00E-40BF-A08B-BFEFC2DEA03D}"/>
              </a:ext>
            </a:extLst>
          </p:cNvPr>
          <p:cNvSpPr>
            <a:spLocks xmlns:a="http://schemas.openxmlformats.org/drawingml/2006/main" noGrp="1"/>
          </p:cNvSpPr>
          <p:nvPr/>
        </p:nvSpPr>
        <p:spPr>
          <a:xfrm xmlns:a="http://schemas.openxmlformats.org/drawingml/2006/main">
            <a:off x="723900" y="1352550"/>
            <a:ext cx="7810500"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4350" b="1" i="0">
                <a:solidFill>
                  <a:srgbClr val="163C2C"/>
                </a:solidFill>
              </a:defRPr>
            </a:pPr>
            <a:r>
              <a:rPr sz="4350" b="1" i="0">
                <a:solidFill>
                  <a:srgbClr val="163C2C"/>
                </a:solidFill>
              </a:rPr>
              <a:t>Building Voice Agents</a:t>
            </a:r>
          </a:p>
          <a:p xmlns:a="http://schemas.openxmlformats.org/drawingml/2006/main">
            <a:pPr algn="l">
              <a:buNone/>
              <a:defRPr sz="4350" b="1" i="0">
                <a:solidFill>
                  <a:srgbClr val="163C2C"/>
                </a:solidFill>
              </a:defRPr>
            </a:pPr>
            <a:r>
              <a:rPr sz="4350" b="1" i="0">
                <a:solidFill>
                  <a:srgbClr val="163C2C"/>
                </a:solidFill>
              </a:rPr>
              <a:t>with Google ADK</a:t>
            </a:r>
          </a:p>
        </p:txBody>
      </p:sp>
      <p:sp>
        <p:nvSpPr>
          <p:cNvPr id="4" name="">
            <a:extLst xmlns:a="http://schemas.openxmlformats.org/drawingml/2006/main">
              <a:ext uri="{FF2B5EF4-FFF2-40B4-BE49-F238E27FC236}">
                <a16:creationId xmlns:a16="http://schemas.microsoft.com/office/drawing/2014/main" id="{2FE9BB43-A731-462D-8BAE-A49A634B62A5}"/>
              </a:ext>
            </a:extLst>
          </p:cNvPr>
          <p:cNvSpPr>
            <a:spLocks xmlns:a="http://schemas.openxmlformats.org/drawingml/2006/main" noGrp="1"/>
          </p:cNvSpPr>
          <p:nvPr/>
        </p:nvSpPr>
        <p:spPr>
          <a:xfrm xmlns:a="http://schemas.openxmlformats.org/drawingml/2006/main">
            <a:off x="742950" y="31051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i="0">
                <a:solidFill>
                  <a:srgbClr val="48B985"/>
                </a:solidFill>
              </a:defRPr>
            </a:pPr>
            <a:r>
              <a:rPr sz="1950" b="1" i="0">
                <a:solidFill>
                  <a:srgbClr val="48B985"/>
                </a:solidFill>
              </a:rPr>
              <a:t>From 10 lines of Python to production</a:t>
            </a:r>
          </a:p>
        </p:txBody>
      </p:sp>
      <p:sp>
        <p:nvSpPr>
          <p:cNvPr id="5" name="">
            <a:extLst xmlns:a="http://schemas.openxmlformats.org/drawingml/2006/main">
              <a:ext uri="{FF2B5EF4-FFF2-40B4-BE49-F238E27FC236}">
                <a16:creationId xmlns:a16="http://schemas.microsoft.com/office/drawing/2014/main" id="{42E61B14-2BE7-47FA-B15D-5DAD4BD9D3B0}"/>
              </a:ext>
            </a:extLst>
          </p:cNvPr>
          <p:cNvSpPr>
            <a:spLocks xmlns:a="http://schemas.openxmlformats.org/drawingml/2006/main" noGrp="1"/>
          </p:cNvSpPr>
          <p:nvPr/>
        </p:nvSpPr>
        <p:spPr>
          <a:xfrm xmlns:a="http://schemas.openxmlformats.org/drawingml/2006/main">
            <a:off x="742950" y="5581650"/>
            <a:ext cx="495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i="0">
                <a:solidFill>
                  <a:srgbClr val="61786E"/>
                </a:solidFill>
              </a:defRPr>
            </a:pPr>
            <a:r>
              <a:rPr sz="1350" b="0" i="0">
                <a:solidFill>
                  <a:srgbClr val="61786E"/>
                </a:solidFill>
              </a:rPr>
              <a:t>Saturday session  •  45–60 minutes</a:t>
            </a:r>
          </a:p>
        </p:txBody>
      </p:sp>
      <p:sp>
        <p:nvSpPr>
          <p:cNvPr id="6" name="">
            <a:extLst xmlns:a="http://schemas.openxmlformats.org/drawingml/2006/main">
              <a:ext uri="{FF2B5EF4-FFF2-40B4-BE49-F238E27FC236}">
                <a16:creationId xmlns:a16="http://schemas.microsoft.com/office/drawing/2014/main" id="{D6D26F33-0A2A-4032-9C08-BD6C0CEB772F}"/>
              </a:ext>
            </a:extLst>
          </p:cNvPr>
          <p:cNvSpPr>
            <a:spLocks xmlns:a="http://schemas.openxmlformats.org/drawingml/2006/main" noGrp="1"/>
          </p:cNvSpPr>
          <p:nvPr/>
        </p:nvSpPr>
        <p:spPr>
          <a:xfrm xmlns:a="http://schemas.openxmlformats.org/drawingml/2006/main">
            <a:off x="8534400" y="781050"/>
            <a:ext cx="2857500" cy="476250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C9DED2"/>
            </a:solidFill>
            <a:prstDash val="solid"/>
          </a:ln>
        </p:spPr>
      </p:sp>
      <p:sp>
        <p:nvSpPr>
          <p:cNvPr id="7" name="">
            <a:extLst xmlns:a="http://schemas.openxmlformats.org/drawingml/2006/main">
              <a:ext uri="{FF2B5EF4-FFF2-40B4-BE49-F238E27FC236}">
                <a16:creationId xmlns:a16="http://schemas.microsoft.com/office/drawing/2014/main" id="{5CD95AC9-DE47-400E-9D27-6E0DFAF2332D}"/>
              </a:ext>
            </a:extLst>
          </p:cNvPr>
          <p:cNvSpPr>
            <a:spLocks xmlns:a="http://schemas.openxmlformats.org/drawingml/2006/main" noGrp="1"/>
          </p:cNvSpPr>
          <p:nvPr/>
        </p:nvSpPr>
        <p:spPr>
          <a:xfrm xmlns:a="http://schemas.openxmlformats.org/drawingml/2006/main">
            <a:off x="8896350" y="1990725"/>
            <a:ext cx="38100" cy="2095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39AAC9B-7B13-442E-8510-6B6E0F9467A0}"/>
              </a:ext>
            </a:extLst>
          </p:cNvPr>
          <p:cNvSpPr>
            <a:spLocks xmlns:a="http://schemas.openxmlformats.org/drawingml/2006/main" noGrp="1"/>
          </p:cNvSpPr>
          <p:nvPr/>
        </p:nvSpPr>
        <p:spPr>
          <a:xfrm xmlns:a="http://schemas.openxmlformats.org/drawingml/2006/main">
            <a:off x="9039225" y="1895475"/>
            <a:ext cx="38100" cy="4000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79F7C15-F1A8-4B82-865D-702B04A89E4C}"/>
              </a:ext>
            </a:extLst>
          </p:cNvPr>
          <p:cNvSpPr>
            <a:spLocks xmlns:a="http://schemas.openxmlformats.org/drawingml/2006/main" noGrp="1"/>
          </p:cNvSpPr>
          <p:nvPr/>
        </p:nvSpPr>
        <p:spPr>
          <a:xfrm xmlns:a="http://schemas.openxmlformats.org/drawingml/2006/main">
            <a:off x="9182100" y="1743075"/>
            <a:ext cx="38100" cy="7048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EEFF98F-7DB8-456D-BE1A-A5533D7A062D}"/>
              </a:ext>
            </a:extLst>
          </p:cNvPr>
          <p:cNvSpPr>
            <a:spLocks xmlns:a="http://schemas.openxmlformats.org/drawingml/2006/main" noGrp="1"/>
          </p:cNvSpPr>
          <p:nvPr/>
        </p:nvSpPr>
        <p:spPr>
          <a:xfrm xmlns:a="http://schemas.openxmlformats.org/drawingml/2006/main">
            <a:off x="9324975" y="1600200"/>
            <a:ext cx="38100" cy="9906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0F41BE7-522B-44B8-AE59-E4FE1944157A}"/>
              </a:ext>
            </a:extLst>
          </p:cNvPr>
          <p:cNvSpPr>
            <a:spLocks xmlns:a="http://schemas.openxmlformats.org/drawingml/2006/main" noGrp="1"/>
          </p:cNvSpPr>
          <p:nvPr/>
        </p:nvSpPr>
        <p:spPr>
          <a:xfrm xmlns:a="http://schemas.openxmlformats.org/drawingml/2006/main">
            <a:off x="9467850" y="1800225"/>
            <a:ext cx="38100" cy="5905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803418B-01E9-44F4-97ED-1DE47FA04041}"/>
              </a:ext>
            </a:extLst>
          </p:cNvPr>
          <p:cNvSpPr>
            <a:spLocks xmlns:a="http://schemas.openxmlformats.org/drawingml/2006/main" noGrp="1"/>
          </p:cNvSpPr>
          <p:nvPr/>
        </p:nvSpPr>
        <p:spPr>
          <a:xfrm xmlns:a="http://schemas.openxmlformats.org/drawingml/2006/main">
            <a:off x="9610725" y="1933575"/>
            <a:ext cx="38100" cy="3238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8592E05-05B0-498A-B7DD-09EDF3E25EEF}"/>
              </a:ext>
            </a:extLst>
          </p:cNvPr>
          <p:cNvSpPr>
            <a:spLocks xmlns:a="http://schemas.openxmlformats.org/drawingml/2006/main" noGrp="1"/>
          </p:cNvSpPr>
          <p:nvPr/>
        </p:nvSpPr>
        <p:spPr>
          <a:xfrm xmlns:a="http://schemas.openxmlformats.org/drawingml/2006/main">
            <a:off x="9753600" y="1657350"/>
            <a:ext cx="38100" cy="8763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A1E5E00-20A8-435D-BEAC-E20964EADD3A}"/>
              </a:ext>
            </a:extLst>
          </p:cNvPr>
          <p:cNvSpPr>
            <a:spLocks xmlns:a="http://schemas.openxmlformats.org/drawingml/2006/main" noGrp="1"/>
          </p:cNvSpPr>
          <p:nvPr/>
        </p:nvSpPr>
        <p:spPr>
          <a:xfrm xmlns:a="http://schemas.openxmlformats.org/drawingml/2006/main">
            <a:off x="9896475" y="1466850"/>
            <a:ext cx="38100" cy="12573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0380E8EB-E963-472F-A8D8-2B3238130BE9}"/>
              </a:ext>
            </a:extLst>
          </p:cNvPr>
          <p:cNvSpPr>
            <a:spLocks xmlns:a="http://schemas.openxmlformats.org/drawingml/2006/main" noGrp="1"/>
          </p:cNvSpPr>
          <p:nvPr/>
        </p:nvSpPr>
        <p:spPr>
          <a:xfrm xmlns:a="http://schemas.openxmlformats.org/drawingml/2006/main">
            <a:off x="10039350" y="1685925"/>
            <a:ext cx="38100" cy="8191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59A63F0-00AD-45DF-BB75-374496D91DB1}"/>
              </a:ext>
            </a:extLst>
          </p:cNvPr>
          <p:cNvSpPr>
            <a:spLocks xmlns:a="http://schemas.openxmlformats.org/drawingml/2006/main" noGrp="1"/>
          </p:cNvSpPr>
          <p:nvPr/>
        </p:nvSpPr>
        <p:spPr>
          <a:xfrm xmlns:a="http://schemas.openxmlformats.org/drawingml/2006/main">
            <a:off x="10182225" y="1847850"/>
            <a:ext cx="38100" cy="4953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D59AFC2-F48F-4147-AD7D-877DFFE56F25}"/>
              </a:ext>
            </a:extLst>
          </p:cNvPr>
          <p:cNvSpPr>
            <a:spLocks xmlns:a="http://schemas.openxmlformats.org/drawingml/2006/main" noGrp="1"/>
          </p:cNvSpPr>
          <p:nvPr/>
        </p:nvSpPr>
        <p:spPr>
          <a:xfrm xmlns:a="http://schemas.openxmlformats.org/drawingml/2006/main">
            <a:off x="10325100" y="1981200"/>
            <a:ext cx="38100" cy="2286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A8664E9-9CAE-4D7D-86C0-5441C51AD03F}"/>
              </a:ext>
            </a:extLst>
          </p:cNvPr>
          <p:cNvSpPr>
            <a:spLocks xmlns:a="http://schemas.openxmlformats.org/drawingml/2006/main" noGrp="1"/>
          </p:cNvSpPr>
          <p:nvPr/>
        </p:nvSpPr>
        <p:spPr>
          <a:xfrm xmlns:a="http://schemas.openxmlformats.org/drawingml/2006/main">
            <a:off x="10467975" y="1781175"/>
            <a:ext cx="38100" cy="6286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E11234A-45C8-45B9-A004-0C887ED2E549}"/>
              </a:ext>
            </a:extLst>
          </p:cNvPr>
          <p:cNvSpPr>
            <a:spLocks xmlns:a="http://schemas.openxmlformats.org/drawingml/2006/main" noGrp="1"/>
          </p:cNvSpPr>
          <p:nvPr/>
        </p:nvSpPr>
        <p:spPr>
          <a:xfrm xmlns:a="http://schemas.openxmlformats.org/drawingml/2006/main">
            <a:off x="10610850" y="1562100"/>
            <a:ext cx="38100" cy="10668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A243E7-F754-4EDF-97D6-24B0BE49D4F8}"/>
              </a:ext>
            </a:extLst>
          </p:cNvPr>
          <p:cNvSpPr>
            <a:spLocks xmlns:a="http://schemas.openxmlformats.org/drawingml/2006/main" noGrp="1"/>
          </p:cNvSpPr>
          <p:nvPr/>
        </p:nvSpPr>
        <p:spPr>
          <a:xfrm xmlns:a="http://schemas.openxmlformats.org/drawingml/2006/main">
            <a:off x="10753725" y="1743075"/>
            <a:ext cx="38100" cy="7048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E8AC2CE-5FBD-44FC-A99A-02B4D7772CB8}"/>
              </a:ext>
            </a:extLst>
          </p:cNvPr>
          <p:cNvSpPr>
            <a:spLocks xmlns:a="http://schemas.openxmlformats.org/drawingml/2006/main" noGrp="1"/>
          </p:cNvSpPr>
          <p:nvPr/>
        </p:nvSpPr>
        <p:spPr>
          <a:xfrm xmlns:a="http://schemas.openxmlformats.org/drawingml/2006/main">
            <a:off x="10896600" y="1924050"/>
            <a:ext cx="38100" cy="3429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FE36E15-C01F-4E1E-B8FD-FFDACA523334}"/>
              </a:ext>
            </a:extLst>
          </p:cNvPr>
          <p:cNvSpPr>
            <a:spLocks xmlns:a="http://schemas.openxmlformats.org/drawingml/2006/main" noGrp="1"/>
          </p:cNvSpPr>
          <p:nvPr/>
        </p:nvSpPr>
        <p:spPr>
          <a:xfrm xmlns:a="http://schemas.openxmlformats.org/drawingml/2006/main">
            <a:off x="11039475" y="2000250"/>
            <a:ext cx="38100" cy="1905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759179A-B039-4513-ADDD-B7CF8B452F78}"/>
              </a:ext>
            </a:extLst>
          </p:cNvPr>
          <p:cNvSpPr>
            <a:spLocks xmlns:a="http://schemas.openxmlformats.org/drawingml/2006/main" noGrp="1"/>
          </p:cNvSpPr>
          <p:nvPr/>
        </p:nvSpPr>
        <p:spPr>
          <a:xfrm xmlns:a="http://schemas.openxmlformats.org/drawingml/2006/main">
            <a:off x="9391650" y="3067050"/>
            <a:ext cx="1181100" cy="1181100"/>
          </a:xfrm>
          <a:prstGeom xmlns:a="http://schemas.openxmlformats.org/drawingml/2006/main" prst="ellipse">
            <a:avLst/>
          </a:prstGeom>
          <a:solidFill xmlns:a="http://schemas.openxmlformats.org/drawingml/2006/main">
            <a:srgbClr val="48B9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BA4C4A7-1241-451D-8EF3-6273A1488E9E}"/>
              </a:ext>
            </a:extLst>
          </p:cNvPr>
          <p:cNvSpPr>
            <a:spLocks xmlns:a="http://schemas.openxmlformats.org/drawingml/2006/main" noGrp="1"/>
          </p:cNvSpPr>
          <p:nvPr/>
        </p:nvSpPr>
        <p:spPr>
          <a:xfrm xmlns:a="http://schemas.openxmlformats.org/drawingml/2006/main">
            <a:off x="9391650" y="3419475"/>
            <a:ext cx="11811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i="0">
                <a:solidFill>
                  <a:srgbClr val="F7FBF8"/>
                </a:solidFill>
              </a:defRPr>
            </a:pPr>
            <a:r>
              <a:rPr sz="1800" b="1" i="0">
                <a:solidFill>
                  <a:srgbClr val="F7FBF8"/>
                </a:solidFill>
              </a:rPr>
              <a:t>LIVE</a:t>
            </a:r>
          </a:p>
        </p:txBody>
      </p:sp>
      <p:sp>
        <p:nvSpPr>
          <p:cNvPr id="25" name="">
            <a:extLst xmlns:a="http://schemas.openxmlformats.org/drawingml/2006/main">
              <a:ext uri="{FF2B5EF4-FFF2-40B4-BE49-F238E27FC236}">
                <a16:creationId xmlns:a16="http://schemas.microsoft.com/office/drawing/2014/main" id="{969A03DA-65BC-442D-8806-BD8120B1F556}"/>
              </a:ext>
            </a:extLst>
          </p:cNvPr>
          <p:cNvSpPr>
            <a:spLocks xmlns:a="http://schemas.openxmlformats.org/drawingml/2006/main" noGrp="1"/>
          </p:cNvSpPr>
          <p:nvPr/>
        </p:nvSpPr>
        <p:spPr>
          <a:xfrm xmlns:a="http://schemas.openxmlformats.org/drawingml/2006/main">
            <a:off x="8810625" y="4572000"/>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0" i="0">
                <a:solidFill>
                  <a:srgbClr val="61786E"/>
                </a:solidFill>
              </a:defRPr>
            </a:pPr>
            <a:r>
              <a:rPr sz="1350" b="0" i="0">
                <a:solidFill>
                  <a:srgbClr val="61786E"/>
                </a:solidFill>
              </a:rPr>
              <a:t>speak  •  interrupt  •  call tools</a:t>
            </a:r>
          </a:p>
        </p:txBody>
      </p:sp>
    </p:spTree>
    <p:extLst>
      <p:ext uri="{BB962C8B-B14F-4D97-AF65-F5344CB8AC3E}">
        <p14:creationId xmlns:p14="http://schemas.microsoft.com/office/powerpoint/2010/main" val="2058062955"/>
      </p:ext>
    </p:extLst>
  </p:cSld>
</p:sld>
</file>

<file path=ppt/slides/slide2.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E57192D3-DA7C-42AA-BC92-7DCE1DB2C421}"/>
              </a:ext>
            </a:extLst>
          </p:cNvPr>
          <p:cNvSpPr>
            <a:spLocks xmlns:a="http://schemas.openxmlformats.org/drawingml/2006/main" noGrp="1"/>
          </p:cNvSpPr>
          <p:nvPr/>
        </p:nvSpPr>
        <p:spPr>
          <a:xfrm xmlns:a="http://schemas.openxmlformats.org/drawingml/2006/main">
            <a:off x="685800" y="514350"/>
            <a:ext cx="76200" cy="2857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3BE5907-4276-4720-B745-6759C049F52B}"/>
              </a:ext>
            </a:extLst>
          </p:cNvPr>
          <p:cNvSpPr>
            <a:spLocks xmlns:a="http://schemas.openxmlformats.org/drawingml/2006/main" noGrp="1"/>
          </p:cNvSpPr>
          <p:nvPr/>
        </p:nvSpPr>
        <p:spPr>
          <a:xfrm xmlns:a="http://schemas.openxmlformats.org/drawingml/2006/main">
            <a:off x="895350" y="5048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i="0">
                <a:solidFill>
                  <a:srgbClr val="159A64"/>
                </a:solidFill>
              </a:defRPr>
            </a:pPr>
            <a:r>
              <a:rPr sz="1125" b="1" i="0">
                <a:solidFill>
                  <a:srgbClr val="159A64"/>
                </a:solidFill>
              </a:rPr>
              <a:t>Start with a demo</a:t>
            </a:r>
          </a:p>
        </p:txBody>
      </p:sp>
      <p:sp>
        <p:nvSpPr>
          <p:cNvPr id="3" name="">
            <a:extLst xmlns:a="http://schemas.openxmlformats.org/drawingml/2006/main">
              <a:ext uri="{FF2B5EF4-FFF2-40B4-BE49-F238E27FC236}">
                <a16:creationId xmlns:a16="http://schemas.microsoft.com/office/drawing/2014/main" id="{848EECCA-208D-4244-A970-7A7A72094826}"/>
              </a:ext>
            </a:extLst>
          </p:cNvPr>
          <p:cNvSpPr>
            <a:spLocks xmlns:a="http://schemas.openxmlformats.org/drawingml/2006/main" noGrp="1"/>
          </p:cNvSpPr>
          <p:nvPr/>
        </p:nvSpPr>
        <p:spPr>
          <a:xfrm xmlns:a="http://schemas.openxmlformats.org/drawingml/2006/main">
            <a:off x="685800" y="933450"/>
            <a:ext cx="1082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i="0">
                <a:solidFill>
                  <a:srgbClr val="163C2C"/>
                </a:solidFill>
              </a:defRPr>
            </a:pPr>
            <a:r>
              <a:rPr sz="3150" b="1" i="0">
                <a:solidFill>
                  <a:srgbClr val="163C2C"/>
                </a:solidFill>
              </a:rPr>
              <a:t>Watch three things happen</a:t>
            </a:r>
          </a:p>
        </p:txBody>
      </p:sp>
      <p:sp>
        <p:nvSpPr>
          <p:cNvPr id="4" name="">
            <a:extLst xmlns:a="http://schemas.openxmlformats.org/drawingml/2006/main">
              <a:ext uri="{FF2B5EF4-FFF2-40B4-BE49-F238E27FC236}">
                <a16:creationId xmlns:a16="http://schemas.microsoft.com/office/drawing/2014/main" id="{10F46F74-9794-443C-B128-0CD35FD16676}"/>
              </a:ext>
            </a:extLst>
          </p:cNvPr>
          <p:cNvSpPr>
            <a:spLocks xmlns:a="http://schemas.openxmlformats.org/drawingml/2006/main" noGrp="1"/>
          </p:cNvSpPr>
          <p:nvPr/>
        </p:nvSpPr>
        <p:spPr>
          <a:xfrm xmlns:a="http://schemas.openxmlformats.org/drawingml/2006/main">
            <a:off x="685800" y="156210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Ask. Interrupt. See the tool complete.</a:t>
            </a:r>
          </a:p>
        </p:txBody>
      </p:sp>
      <p:sp>
        <p:nvSpPr>
          <p:cNvPr id="5" name="">
            <a:extLst xmlns:a="http://schemas.openxmlformats.org/drawingml/2006/main">
              <a:ext uri="{FF2B5EF4-FFF2-40B4-BE49-F238E27FC236}">
                <a16:creationId xmlns:a16="http://schemas.microsoft.com/office/drawing/2014/main" id="{A636C29B-96D4-439B-98CC-FDD2DEDFAA70}"/>
              </a:ext>
            </a:extLst>
          </p:cNvPr>
          <p:cNvSpPr>
            <a:spLocks xmlns:a="http://schemas.openxmlformats.org/drawingml/2006/main" noGrp="1"/>
          </p:cNvSpPr>
          <p:nvPr/>
        </p:nvSpPr>
        <p:spPr>
          <a:xfrm xmlns:a="http://schemas.openxmlformats.org/drawingml/2006/main">
            <a:off x="685800" y="6448425"/>
            <a:ext cx="108204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C383487-0543-4CDA-B903-D5A9AB6B37D4}"/>
              </a:ext>
            </a:extLst>
          </p:cNvPr>
          <p:cNvSpPr>
            <a:spLocks xmlns:a="http://schemas.openxmlformats.org/drawingml/2006/main" noGrp="1"/>
          </p:cNvSpPr>
          <p:nvPr/>
        </p:nvSpPr>
        <p:spPr>
          <a:xfrm xmlns:a="http://schemas.openxmlformats.org/drawingml/2006/main">
            <a:off x="685800" y="65246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00" b="1" i="0">
                <a:solidFill>
                  <a:srgbClr val="7F9389"/>
                </a:solidFill>
              </a:defRPr>
            </a:pPr>
            <a:r>
              <a:rPr sz="900" b="1" i="0">
                <a:solidFill>
                  <a:srgbClr val="7F9389"/>
                </a:solidFill>
              </a:rPr>
              <a:t>VOICE AGENTS × GOOGLE ADK</a:t>
            </a:r>
          </a:p>
        </p:txBody>
      </p:sp>
      <p:sp>
        <p:nvSpPr>
          <p:cNvPr id="7" name="">
            <a:extLst xmlns:a="http://schemas.openxmlformats.org/drawingml/2006/main">
              <a:ext uri="{FF2B5EF4-FFF2-40B4-BE49-F238E27FC236}">
                <a16:creationId xmlns:a16="http://schemas.microsoft.com/office/drawing/2014/main" id="{BFE2977B-9FFC-4DAC-ABEA-E2B49F6AE56C}"/>
              </a:ext>
            </a:extLst>
          </p:cNvPr>
          <p:cNvSpPr>
            <a:spLocks xmlns:a="http://schemas.openxmlformats.org/drawingml/2006/main" noGrp="1"/>
          </p:cNvSpPr>
          <p:nvPr/>
        </p:nvSpPr>
        <p:spPr>
          <a:xfrm xmlns:a="http://schemas.openxmlformats.org/drawingml/2006/main">
            <a:off x="10972800" y="6505575"/>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00" b="1" i="0">
                <a:solidFill>
                  <a:srgbClr val="7F9389"/>
                </a:solidFill>
              </a:defRPr>
            </a:pPr>
            <a:r>
              <a:rPr sz="900" b="1" i="0">
                <a:solidFill>
                  <a:srgbClr val="7F9389"/>
                </a:solidFill>
              </a:rPr>
              <a:t>02</a:t>
            </a:r>
          </a:p>
        </p:txBody>
      </p:sp>
      <p:sp>
        <p:nvSpPr>
          <p:cNvPr id="8" name="">
            <a:extLst xmlns:a="http://schemas.openxmlformats.org/drawingml/2006/main">
              <a:ext uri="{FF2B5EF4-FFF2-40B4-BE49-F238E27FC236}">
                <a16:creationId xmlns:a16="http://schemas.microsoft.com/office/drawing/2014/main" id="{C6BE3C37-D78D-466C-BE0B-070D671D9EFB}"/>
              </a:ext>
            </a:extLst>
          </p:cNvPr>
          <p:cNvSpPr>
            <a:spLocks xmlns:a="http://schemas.openxmlformats.org/drawingml/2006/main" noGrp="1"/>
          </p:cNvSpPr>
          <p:nvPr/>
        </p:nvSpPr>
        <p:spPr>
          <a:xfrm xmlns:a="http://schemas.openxmlformats.org/drawingml/2006/main">
            <a:off x="838200" y="2400300"/>
            <a:ext cx="638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550" b="1" i="0">
                <a:solidFill>
                  <a:srgbClr val="163C2C"/>
                </a:solidFill>
              </a:defRPr>
            </a:pPr>
            <a:r>
              <a:rPr sz="2550" b="1" i="0">
                <a:solidFill>
                  <a:srgbClr val="163C2C"/>
                </a:solidFill>
              </a:rPr>
              <a:t>1  ASK</a:t>
            </a:r>
          </a:p>
        </p:txBody>
      </p:sp>
      <p:sp>
        <p:nvSpPr>
          <p:cNvPr id="9" name="">
            <a:extLst xmlns:a="http://schemas.openxmlformats.org/drawingml/2006/main">
              <a:ext uri="{FF2B5EF4-FFF2-40B4-BE49-F238E27FC236}">
                <a16:creationId xmlns:a16="http://schemas.microsoft.com/office/drawing/2014/main" id="{CC3FC697-FFA0-4D8B-872B-94A808BCBE3E}"/>
              </a:ext>
            </a:extLst>
          </p:cNvPr>
          <p:cNvSpPr>
            <a:spLocks xmlns:a="http://schemas.openxmlformats.org/drawingml/2006/main" noGrp="1"/>
          </p:cNvSpPr>
          <p:nvPr/>
        </p:nvSpPr>
        <p:spPr>
          <a:xfrm xmlns:a="http://schemas.openxmlformats.org/drawingml/2006/main">
            <a:off x="857250" y="3124200"/>
            <a:ext cx="4381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i="0">
                <a:solidFill>
                  <a:srgbClr val="61786E"/>
                </a:solidFill>
              </a:defRPr>
            </a:pPr>
            <a:r>
              <a:rPr sz="1575" b="0" i="0">
                <a:solidFill>
                  <a:srgbClr val="61786E"/>
                </a:solidFill>
              </a:rPr>
              <a:t>2  INTERRUPT</a:t>
            </a:r>
          </a:p>
        </p:txBody>
      </p:sp>
      <p:sp>
        <p:nvSpPr>
          <p:cNvPr id="10" name="">
            <a:extLst xmlns:a="http://schemas.openxmlformats.org/drawingml/2006/main">
              <a:ext uri="{FF2B5EF4-FFF2-40B4-BE49-F238E27FC236}">
                <a16:creationId xmlns:a16="http://schemas.microsoft.com/office/drawing/2014/main" id="{B7D1DC04-9369-4660-808E-9EA9FCD02822}"/>
              </a:ext>
            </a:extLst>
          </p:cNvPr>
          <p:cNvSpPr>
            <a:spLocks xmlns:a="http://schemas.openxmlformats.org/drawingml/2006/main" noGrp="1"/>
          </p:cNvSpPr>
          <p:nvPr/>
        </p:nvSpPr>
        <p:spPr>
          <a:xfrm xmlns:a="http://schemas.openxmlformats.org/drawingml/2006/main">
            <a:off x="838200" y="3733800"/>
            <a:ext cx="638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550" b="1" i="0">
                <a:solidFill>
                  <a:srgbClr val="48B985"/>
                </a:solidFill>
              </a:defRPr>
            </a:pPr>
            <a:r>
              <a:rPr sz="2550" b="1" i="0">
                <a:solidFill>
                  <a:srgbClr val="48B985"/>
                </a:solidFill>
              </a:rPr>
              <a:t>3  TOOL COMPLETES</a:t>
            </a:r>
          </a:p>
        </p:txBody>
      </p:sp>
      <p:sp>
        <p:nvSpPr>
          <p:cNvPr id="11" name="">
            <a:extLst xmlns:a="http://schemas.openxmlformats.org/drawingml/2006/main">
              <a:ext uri="{FF2B5EF4-FFF2-40B4-BE49-F238E27FC236}">
                <a16:creationId xmlns:a16="http://schemas.microsoft.com/office/drawing/2014/main" id="{8579A2BD-5331-4AF7-8FB0-D5D000F739B3}"/>
              </a:ext>
            </a:extLst>
          </p:cNvPr>
          <p:cNvSpPr>
            <a:spLocks xmlns:a="http://schemas.openxmlformats.org/drawingml/2006/main" noGrp="1"/>
          </p:cNvSpPr>
          <p:nvPr/>
        </p:nvSpPr>
        <p:spPr>
          <a:xfrm xmlns:a="http://schemas.openxmlformats.org/drawingml/2006/main">
            <a:off x="7905750" y="2286000"/>
            <a:ext cx="2800350" cy="2419350"/>
          </a:xfrm>
          <a:prstGeom xmlns:a="http://schemas.openxmlformats.org/drawingml/2006/main" prst="roundRect">
            <a:avLst>
              <a:gd name="adj" fmla="val 6299"/>
            </a:avLst>
          </a:prstGeom>
          <a:solidFill xmlns:a="http://schemas.openxmlformats.org/drawingml/2006/main">
            <a:srgbClr val="FFFFFF"/>
          </a:solidFill>
          <a:ln xmlns:a="http://schemas.openxmlformats.org/drawingml/2006/main" w="9525">
            <a:solidFill>
              <a:srgbClr val="C9DED2"/>
            </a:solidFill>
            <a:prstDash val="solid"/>
          </a:ln>
        </p:spPr>
      </p:sp>
      <p:sp>
        <p:nvSpPr>
          <p:cNvPr id="12" name="">
            <a:extLst xmlns:a="http://schemas.openxmlformats.org/drawingml/2006/main">
              <a:ext uri="{FF2B5EF4-FFF2-40B4-BE49-F238E27FC236}">
                <a16:creationId xmlns:a16="http://schemas.microsoft.com/office/drawing/2014/main" id="{51FB539D-69CD-43CE-A322-CE8ECCE0821A}"/>
              </a:ext>
            </a:extLst>
          </p:cNvPr>
          <p:cNvSpPr>
            <a:spLocks xmlns:a="http://schemas.openxmlformats.org/drawingml/2006/main" noGrp="1"/>
          </p:cNvSpPr>
          <p:nvPr/>
        </p:nvSpPr>
        <p:spPr>
          <a:xfrm xmlns:a="http://schemas.openxmlformats.org/drawingml/2006/main">
            <a:off x="8267700" y="3076575"/>
            <a:ext cx="38100" cy="1714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FC17673-C810-45CB-B996-BA3619064609}"/>
              </a:ext>
            </a:extLst>
          </p:cNvPr>
          <p:cNvSpPr>
            <a:spLocks xmlns:a="http://schemas.openxmlformats.org/drawingml/2006/main" noGrp="1"/>
          </p:cNvSpPr>
          <p:nvPr/>
        </p:nvSpPr>
        <p:spPr>
          <a:xfrm xmlns:a="http://schemas.openxmlformats.org/drawingml/2006/main">
            <a:off x="8410575" y="2981325"/>
            <a:ext cx="38100" cy="3619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3B55AE5-E62C-44EF-A608-643F1F6391FA}"/>
              </a:ext>
            </a:extLst>
          </p:cNvPr>
          <p:cNvSpPr>
            <a:spLocks xmlns:a="http://schemas.openxmlformats.org/drawingml/2006/main" noGrp="1"/>
          </p:cNvSpPr>
          <p:nvPr/>
        </p:nvSpPr>
        <p:spPr>
          <a:xfrm xmlns:a="http://schemas.openxmlformats.org/drawingml/2006/main">
            <a:off x="8553450" y="2800350"/>
            <a:ext cx="38100" cy="7239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464D294-FD23-474B-9829-1FEE63FBD189}"/>
              </a:ext>
            </a:extLst>
          </p:cNvPr>
          <p:cNvSpPr>
            <a:spLocks xmlns:a="http://schemas.openxmlformats.org/drawingml/2006/main" noGrp="1"/>
          </p:cNvSpPr>
          <p:nvPr/>
        </p:nvSpPr>
        <p:spPr>
          <a:xfrm xmlns:a="http://schemas.openxmlformats.org/drawingml/2006/main">
            <a:off x="8696325" y="2600325"/>
            <a:ext cx="38100" cy="11239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47B87A0-25EA-47A8-AC69-14084369FE55}"/>
              </a:ext>
            </a:extLst>
          </p:cNvPr>
          <p:cNvSpPr>
            <a:spLocks xmlns:a="http://schemas.openxmlformats.org/drawingml/2006/main" noGrp="1"/>
          </p:cNvSpPr>
          <p:nvPr/>
        </p:nvSpPr>
        <p:spPr>
          <a:xfrm xmlns:a="http://schemas.openxmlformats.org/drawingml/2006/main">
            <a:off x="8839200" y="2857500"/>
            <a:ext cx="38100" cy="6096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0072184-8965-4022-96B5-AD679C8AF689}"/>
              </a:ext>
            </a:extLst>
          </p:cNvPr>
          <p:cNvSpPr>
            <a:spLocks xmlns:a="http://schemas.openxmlformats.org/drawingml/2006/main" noGrp="1"/>
          </p:cNvSpPr>
          <p:nvPr/>
        </p:nvSpPr>
        <p:spPr>
          <a:xfrm xmlns:a="http://schemas.openxmlformats.org/drawingml/2006/main">
            <a:off x="8982075" y="3019425"/>
            <a:ext cx="38100" cy="2857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5CEAFFD-164F-4517-ABBA-A8A771FB0DBD}"/>
              </a:ext>
            </a:extLst>
          </p:cNvPr>
          <p:cNvSpPr>
            <a:spLocks xmlns:a="http://schemas.openxmlformats.org/drawingml/2006/main" noGrp="1"/>
          </p:cNvSpPr>
          <p:nvPr/>
        </p:nvSpPr>
        <p:spPr>
          <a:xfrm xmlns:a="http://schemas.openxmlformats.org/drawingml/2006/main">
            <a:off x="9124950" y="2743200"/>
            <a:ext cx="38100" cy="8382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324F81C-599D-4D12-AC2A-BFE6B9BEC58A}"/>
              </a:ext>
            </a:extLst>
          </p:cNvPr>
          <p:cNvSpPr>
            <a:spLocks xmlns:a="http://schemas.openxmlformats.org/drawingml/2006/main" noGrp="1"/>
          </p:cNvSpPr>
          <p:nvPr/>
        </p:nvSpPr>
        <p:spPr>
          <a:xfrm xmlns:a="http://schemas.openxmlformats.org/drawingml/2006/main">
            <a:off x="9267825" y="2495550"/>
            <a:ext cx="38100" cy="13335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4B77467-3480-4675-90F8-B1680466C773}"/>
              </a:ext>
            </a:extLst>
          </p:cNvPr>
          <p:cNvSpPr>
            <a:spLocks xmlns:a="http://schemas.openxmlformats.org/drawingml/2006/main" noGrp="1"/>
          </p:cNvSpPr>
          <p:nvPr/>
        </p:nvSpPr>
        <p:spPr>
          <a:xfrm xmlns:a="http://schemas.openxmlformats.org/drawingml/2006/main">
            <a:off x="9410700" y="2714625"/>
            <a:ext cx="38100" cy="8953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3353965D-9B9C-476F-A121-F3D44BA048E0}"/>
              </a:ext>
            </a:extLst>
          </p:cNvPr>
          <p:cNvSpPr>
            <a:spLocks xmlns:a="http://schemas.openxmlformats.org/drawingml/2006/main" noGrp="1"/>
          </p:cNvSpPr>
          <p:nvPr/>
        </p:nvSpPr>
        <p:spPr>
          <a:xfrm xmlns:a="http://schemas.openxmlformats.org/drawingml/2006/main">
            <a:off x="9553575" y="2943225"/>
            <a:ext cx="38100" cy="4381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38134B6-4899-4729-B439-D8D4E0C3EB9C}"/>
              </a:ext>
            </a:extLst>
          </p:cNvPr>
          <p:cNvSpPr>
            <a:spLocks xmlns:a="http://schemas.openxmlformats.org/drawingml/2006/main" noGrp="1"/>
          </p:cNvSpPr>
          <p:nvPr/>
        </p:nvSpPr>
        <p:spPr>
          <a:xfrm xmlns:a="http://schemas.openxmlformats.org/drawingml/2006/main">
            <a:off x="9696450" y="3067050"/>
            <a:ext cx="38100" cy="1905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0FB38EE-FAB7-4893-9C97-B307F8CEDCB4}"/>
              </a:ext>
            </a:extLst>
          </p:cNvPr>
          <p:cNvSpPr>
            <a:spLocks xmlns:a="http://schemas.openxmlformats.org/drawingml/2006/main" noGrp="1"/>
          </p:cNvSpPr>
          <p:nvPr/>
        </p:nvSpPr>
        <p:spPr>
          <a:xfrm xmlns:a="http://schemas.openxmlformats.org/drawingml/2006/main">
            <a:off x="9839325" y="2895600"/>
            <a:ext cx="38100" cy="5334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5FBD24D-A117-44FB-8A8B-02B6626D4516}"/>
              </a:ext>
            </a:extLst>
          </p:cNvPr>
          <p:cNvSpPr>
            <a:spLocks xmlns:a="http://schemas.openxmlformats.org/drawingml/2006/main" noGrp="1"/>
          </p:cNvSpPr>
          <p:nvPr/>
        </p:nvSpPr>
        <p:spPr>
          <a:xfrm xmlns:a="http://schemas.openxmlformats.org/drawingml/2006/main">
            <a:off x="9982200" y="2686050"/>
            <a:ext cx="38100" cy="9525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33C0DE1-C75A-46A0-8A0A-7511DAFF5DBB}"/>
              </a:ext>
            </a:extLst>
          </p:cNvPr>
          <p:cNvSpPr>
            <a:spLocks xmlns:a="http://schemas.openxmlformats.org/drawingml/2006/main" noGrp="1"/>
          </p:cNvSpPr>
          <p:nvPr/>
        </p:nvSpPr>
        <p:spPr>
          <a:xfrm xmlns:a="http://schemas.openxmlformats.org/drawingml/2006/main">
            <a:off x="10125075" y="2828925"/>
            <a:ext cx="38100" cy="6667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8E9C5DBD-FCC9-4616-80FB-B3227DC15F65}"/>
              </a:ext>
            </a:extLst>
          </p:cNvPr>
          <p:cNvSpPr>
            <a:spLocks xmlns:a="http://schemas.openxmlformats.org/drawingml/2006/main" noGrp="1"/>
          </p:cNvSpPr>
          <p:nvPr/>
        </p:nvSpPr>
        <p:spPr>
          <a:xfrm xmlns:a="http://schemas.openxmlformats.org/drawingml/2006/main">
            <a:off x="10267950" y="3019425"/>
            <a:ext cx="38100" cy="2857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ABC9CC5-C9E9-4DAE-B00C-97C135046A04}"/>
              </a:ext>
            </a:extLst>
          </p:cNvPr>
          <p:cNvSpPr>
            <a:spLocks xmlns:a="http://schemas.openxmlformats.org/drawingml/2006/main" noGrp="1"/>
          </p:cNvSpPr>
          <p:nvPr/>
        </p:nvSpPr>
        <p:spPr>
          <a:xfrm xmlns:a="http://schemas.openxmlformats.org/drawingml/2006/main">
            <a:off x="8210550" y="4038600"/>
            <a:ext cx="2190750" cy="38100"/>
          </a:xfrm>
          <a:prstGeom xmlns:a="http://schemas.openxmlformats.org/drawingml/2006/main" prst="roundRect">
            <a:avLst>
              <a:gd name="adj" fmla="val 50000"/>
            </a:avLst>
          </a:prstGeom>
          <a:solidFill xmlns:a="http://schemas.openxmlformats.org/drawingml/2006/main">
            <a:srgbClr val="D05B6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84571C0-8B34-4894-A16F-85FEFAE52497}"/>
              </a:ext>
            </a:extLst>
          </p:cNvPr>
          <p:cNvSpPr>
            <a:spLocks xmlns:a="http://schemas.openxmlformats.org/drawingml/2006/main" noGrp="1"/>
          </p:cNvSpPr>
          <p:nvPr/>
        </p:nvSpPr>
        <p:spPr>
          <a:xfrm xmlns:a="http://schemas.openxmlformats.org/drawingml/2006/main">
            <a:off x="8229600" y="42100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i="0">
                <a:solidFill>
                  <a:srgbClr val="D05B65"/>
                </a:solidFill>
              </a:defRPr>
            </a:pPr>
            <a:r>
              <a:rPr sz="1350" b="1" i="0">
                <a:solidFill>
                  <a:srgbClr val="D05B65"/>
                </a:solidFill>
              </a:rPr>
              <a:t>interrupt here</a:t>
            </a:r>
          </a:p>
        </p:txBody>
      </p:sp>
      <p:sp>
        <p:nvSpPr>
          <p:cNvPr id="29" name="">
            <a:extLst xmlns:a="http://schemas.openxmlformats.org/drawingml/2006/main">
              <a:ext uri="{FF2B5EF4-FFF2-40B4-BE49-F238E27FC236}">
                <a16:creationId xmlns:a16="http://schemas.microsoft.com/office/drawing/2014/main" id="{36901380-79CF-452E-9514-FE7B392044FD}"/>
              </a:ext>
            </a:extLst>
          </p:cNvPr>
          <p:cNvSpPr>
            <a:spLocks xmlns:a="http://schemas.openxmlformats.org/drawingml/2006/main" noGrp="1"/>
          </p:cNvSpPr>
          <p:nvPr/>
        </p:nvSpPr>
        <p:spPr>
          <a:xfrm xmlns:a="http://schemas.openxmlformats.org/drawingml/2006/main">
            <a:off x="838200" y="5067300"/>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i="0">
                <a:solidFill>
                  <a:srgbClr val="159A64"/>
                </a:solidFill>
              </a:defRPr>
            </a:pPr>
            <a:r>
              <a:rPr sz="1200" b="1" i="0">
                <a:solidFill>
                  <a:srgbClr val="159A64"/>
                </a:solidFill>
              </a:rPr>
              <a:t>The test</a:t>
            </a:r>
          </a:p>
        </p:txBody>
      </p:sp>
      <p:sp>
        <p:nvSpPr>
          <p:cNvPr id="30" name="">
            <a:extLst xmlns:a="http://schemas.openxmlformats.org/drawingml/2006/main">
              <a:ext uri="{FF2B5EF4-FFF2-40B4-BE49-F238E27FC236}">
                <a16:creationId xmlns:a16="http://schemas.microsoft.com/office/drawing/2014/main" id="{A80B8C47-8B0D-4CA1-A24E-522BC17507BE}"/>
              </a:ext>
            </a:extLst>
          </p:cNvPr>
          <p:cNvSpPr>
            <a:spLocks xmlns:a="http://schemas.openxmlformats.org/drawingml/2006/main" noGrp="1"/>
          </p:cNvSpPr>
          <p:nvPr/>
        </p:nvSpPr>
        <p:spPr>
          <a:xfrm xmlns:a="http://schemas.openxmlformats.org/drawingml/2006/main">
            <a:off x="2152650" y="5029200"/>
            <a:ext cx="7334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i="0">
                <a:solidFill>
                  <a:srgbClr val="163C2C"/>
                </a:solidFill>
              </a:defRPr>
            </a:pPr>
            <a:r>
              <a:rPr sz="1575" b="0" i="0">
                <a:solidFill>
                  <a:srgbClr val="163C2C"/>
                </a:solidFill>
              </a:rPr>
              <a:t>The agent stops speaking and keeps your correction.</a:t>
            </a:r>
          </a:p>
        </p:txBody>
      </p:sp>
    </p:spTree>
    <p:extLst>
      <p:ext uri="{BB962C8B-B14F-4D97-AF65-F5344CB8AC3E}">
        <p14:creationId xmlns:p14="http://schemas.microsoft.com/office/powerpoint/2010/main" val="616049652"/>
      </p:ext>
    </p:extLst>
  </p:cSld>
</p:sld>
</file>

<file path=ppt/slides/slide3.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6B55EABE-C564-4A67-A170-35655DE633BF}"/>
              </a:ext>
            </a:extLst>
          </p:cNvPr>
          <p:cNvSpPr>
            <a:spLocks xmlns:a="http://schemas.openxmlformats.org/drawingml/2006/main" noGrp="1"/>
          </p:cNvSpPr>
          <p:nvPr/>
        </p:nvSpPr>
        <p:spPr>
          <a:xfrm xmlns:a="http://schemas.openxmlformats.org/drawingml/2006/main">
            <a:off x="685800" y="514350"/>
            <a:ext cx="76200" cy="285750"/>
          </a:xfrm>
          <a:prstGeom xmlns:a="http://schemas.openxmlformats.org/drawingml/2006/main" prst="roundRect">
            <a:avLst>
              <a:gd name="adj" fmla="val 50000"/>
            </a:avLst>
          </a:prstGeom>
          <a:solidFill xmlns:a="http://schemas.openxmlformats.org/drawingml/2006/main">
            <a:srgbClr val="7FA84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386CB4C-D00F-4B1E-A921-FC91A91A8F6D}"/>
              </a:ext>
            </a:extLst>
          </p:cNvPr>
          <p:cNvSpPr>
            <a:spLocks xmlns:a="http://schemas.openxmlformats.org/drawingml/2006/main" noGrp="1"/>
          </p:cNvSpPr>
          <p:nvPr/>
        </p:nvSpPr>
        <p:spPr>
          <a:xfrm xmlns:a="http://schemas.openxmlformats.org/drawingml/2006/main">
            <a:off x="895350" y="5048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i="0">
                <a:solidFill>
                  <a:srgbClr val="7FA847"/>
                </a:solidFill>
              </a:defRPr>
            </a:pPr>
            <a:r>
              <a:rPr sz="1125" b="1" i="0">
                <a:solidFill>
                  <a:srgbClr val="7FA847"/>
                </a:solidFill>
              </a:rPr>
              <a:t>What you’ll build</a:t>
            </a:r>
          </a:p>
        </p:txBody>
      </p:sp>
      <p:sp>
        <p:nvSpPr>
          <p:cNvPr id="3" name="">
            <a:extLst xmlns:a="http://schemas.openxmlformats.org/drawingml/2006/main">
              <a:ext uri="{FF2B5EF4-FFF2-40B4-BE49-F238E27FC236}">
                <a16:creationId xmlns:a16="http://schemas.microsoft.com/office/drawing/2014/main" id="{1B7DF47C-DFAD-4550-9B84-C18DFE4F84C5}"/>
              </a:ext>
            </a:extLst>
          </p:cNvPr>
          <p:cNvSpPr>
            <a:spLocks xmlns:a="http://schemas.openxmlformats.org/drawingml/2006/main" noGrp="1"/>
          </p:cNvSpPr>
          <p:nvPr/>
        </p:nvSpPr>
        <p:spPr>
          <a:xfrm xmlns:a="http://schemas.openxmlformats.org/drawingml/2006/main">
            <a:off x="685800" y="933450"/>
            <a:ext cx="1082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i="0">
                <a:solidFill>
                  <a:srgbClr val="163C2C"/>
                </a:solidFill>
              </a:defRPr>
            </a:pPr>
            <a:r>
              <a:rPr sz="3150" b="1" i="0">
                <a:solidFill>
                  <a:srgbClr val="163C2C"/>
                </a:solidFill>
              </a:rPr>
              <a:t>By the end, your agent will talk back</a:t>
            </a:r>
          </a:p>
        </p:txBody>
      </p:sp>
      <p:sp>
        <p:nvSpPr>
          <p:cNvPr id="4" name="">
            <a:extLst xmlns:a="http://schemas.openxmlformats.org/drawingml/2006/main">
              <a:ext uri="{FF2B5EF4-FFF2-40B4-BE49-F238E27FC236}">
                <a16:creationId xmlns:a16="http://schemas.microsoft.com/office/drawing/2014/main" id="{C67AA606-104C-4719-BF07-3DB5D091AE7F}"/>
              </a:ext>
            </a:extLst>
          </p:cNvPr>
          <p:cNvSpPr>
            <a:spLocks xmlns:a="http://schemas.openxmlformats.org/drawingml/2006/main" noGrp="1"/>
          </p:cNvSpPr>
          <p:nvPr/>
        </p:nvSpPr>
        <p:spPr>
          <a:xfrm xmlns:a="http://schemas.openxmlformats.org/drawingml/2006/main">
            <a:off x="685800" y="156210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We will build in checkpoints, so nobody gets stranded.</a:t>
            </a:r>
          </a:p>
        </p:txBody>
      </p:sp>
      <p:sp>
        <p:nvSpPr>
          <p:cNvPr id="5" name="">
            <a:extLst xmlns:a="http://schemas.openxmlformats.org/drawingml/2006/main">
              <a:ext uri="{FF2B5EF4-FFF2-40B4-BE49-F238E27FC236}">
                <a16:creationId xmlns:a16="http://schemas.microsoft.com/office/drawing/2014/main" id="{940E9E68-4696-4A6F-AEFD-7E72AC21E101}"/>
              </a:ext>
            </a:extLst>
          </p:cNvPr>
          <p:cNvSpPr>
            <a:spLocks xmlns:a="http://schemas.openxmlformats.org/drawingml/2006/main" noGrp="1"/>
          </p:cNvSpPr>
          <p:nvPr/>
        </p:nvSpPr>
        <p:spPr>
          <a:xfrm xmlns:a="http://schemas.openxmlformats.org/drawingml/2006/main">
            <a:off x="685800" y="6448425"/>
            <a:ext cx="108204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AB9E348-15FC-41F1-B849-F9FB1FC0D637}"/>
              </a:ext>
            </a:extLst>
          </p:cNvPr>
          <p:cNvSpPr>
            <a:spLocks xmlns:a="http://schemas.openxmlformats.org/drawingml/2006/main" noGrp="1"/>
          </p:cNvSpPr>
          <p:nvPr/>
        </p:nvSpPr>
        <p:spPr>
          <a:xfrm xmlns:a="http://schemas.openxmlformats.org/drawingml/2006/main">
            <a:off x="685800" y="65246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00" b="1" i="0">
                <a:solidFill>
                  <a:srgbClr val="7F9389"/>
                </a:solidFill>
              </a:defRPr>
            </a:pPr>
            <a:r>
              <a:rPr sz="900" b="1" i="0">
                <a:solidFill>
                  <a:srgbClr val="7F9389"/>
                </a:solidFill>
              </a:rPr>
              <a:t>VOICE AGENTS × GOOGLE ADK</a:t>
            </a:r>
          </a:p>
        </p:txBody>
      </p:sp>
      <p:sp>
        <p:nvSpPr>
          <p:cNvPr id="7" name="">
            <a:extLst xmlns:a="http://schemas.openxmlformats.org/drawingml/2006/main">
              <a:ext uri="{FF2B5EF4-FFF2-40B4-BE49-F238E27FC236}">
                <a16:creationId xmlns:a16="http://schemas.microsoft.com/office/drawing/2014/main" id="{3AEEE8CE-821A-4E7B-9674-99C4278CCBFD}"/>
              </a:ext>
            </a:extLst>
          </p:cNvPr>
          <p:cNvSpPr>
            <a:spLocks xmlns:a="http://schemas.openxmlformats.org/drawingml/2006/main" noGrp="1"/>
          </p:cNvSpPr>
          <p:nvPr/>
        </p:nvSpPr>
        <p:spPr>
          <a:xfrm xmlns:a="http://schemas.openxmlformats.org/drawingml/2006/main">
            <a:off x="10972800" y="6505575"/>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00" b="1" i="0">
                <a:solidFill>
                  <a:srgbClr val="7F9389"/>
                </a:solidFill>
              </a:defRPr>
            </a:pPr>
            <a:r>
              <a:rPr sz="900" b="1" i="0">
                <a:solidFill>
                  <a:srgbClr val="7F9389"/>
                </a:solidFill>
              </a:rPr>
              <a:t>03</a:t>
            </a:r>
          </a:p>
        </p:txBody>
      </p:sp>
      <p:sp>
        <p:nvSpPr>
          <p:cNvPr id="8" name="">
            <a:extLst xmlns:a="http://schemas.openxmlformats.org/drawingml/2006/main">
              <a:ext uri="{FF2B5EF4-FFF2-40B4-BE49-F238E27FC236}">
                <a16:creationId xmlns:a16="http://schemas.microsoft.com/office/drawing/2014/main" id="{91471C13-62F9-468D-841D-AD33A3A3FB07}"/>
              </a:ext>
            </a:extLst>
          </p:cNvPr>
          <p:cNvSpPr>
            <a:spLocks xmlns:a="http://schemas.openxmlformats.org/drawingml/2006/main" noGrp="1"/>
          </p:cNvSpPr>
          <p:nvPr/>
        </p:nvSpPr>
        <p:spPr>
          <a:xfrm xmlns:a="http://schemas.openxmlformats.org/drawingml/2006/main">
            <a:off x="1200150" y="2600325"/>
            <a:ext cx="8858250" cy="2857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00415DF3-BE29-4FE2-9212-C6B43C7E5B28}"/>
              </a:ext>
            </a:extLst>
          </p:cNvPr>
          <p:cNvSpPr>
            <a:spLocks xmlns:a="http://schemas.openxmlformats.org/drawingml/2006/main" noGrp="1"/>
          </p:cNvSpPr>
          <p:nvPr/>
        </p:nvSpPr>
        <p:spPr>
          <a:xfrm xmlns:a="http://schemas.openxmlformats.org/drawingml/2006/main">
            <a:off x="885825" y="2295525"/>
            <a:ext cx="609600" cy="609600"/>
          </a:xfrm>
          <a:prstGeom xmlns:a="http://schemas.openxmlformats.org/drawingml/2006/main" prst="ellipse">
            <a:avLst/>
          </a:prstGeom>
          <a:solidFill xmlns:a="http://schemas.openxmlformats.org/drawingml/2006/main">
            <a:srgbClr val="159A64"/>
          </a:solidFill>
          <a:ln xmlns:a="http://schemas.openxmlformats.org/drawingml/2006/main" w="9525">
            <a:solidFill>
              <a:srgbClr val="159A64"/>
            </a:solidFill>
            <a:prstDash val="solid"/>
          </a:ln>
        </p:spPr>
      </p:sp>
      <p:sp>
        <p:nvSpPr>
          <p:cNvPr id="10" name="">
            <a:extLst xmlns:a="http://schemas.openxmlformats.org/drawingml/2006/main">
              <a:ext uri="{FF2B5EF4-FFF2-40B4-BE49-F238E27FC236}">
                <a16:creationId xmlns:a16="http://schemas.microsoft.com/office/drawing/2014/main" id="{4C2453D8-F219-4732-B7B5-AD81F8BC2315}"/>
              </a:ext>
            </a:extLst>
          </p:cNvPr>
          <p:cNvSpPr>
            <a:spLocks xmlns:a="http://schemas.openxmlformats.org/drawingml/2006/main" noGrp="1"/>
          </p:cNvSpPr>
          <p:nvPr/>
        </p:nvSpPr>
        <p:spPr>
          <a:xfrm xmlns:a="http://schemas.openxmlformats.org/drawingml/2006/main">
            <a:off x="885825" y="2466975"/>
            <a:ext cx="609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i="0">
                <a:solidFill>
                  <a:srgbClr val="F7FBF8"/>
                </a:solidFill>
              </a:defRPr>
            </a:pPr>
            <a:r>
              <a:rPr sz="1350" b="1" i="0">
                <a:solidFill>
                  <a:srgbClr val="F7FBF8"/>
                </a:solidFill>
              </a:rPr>
              <a:t>1</a:t>
            </a:r>
          </a:p>
        </p:txBody>
      </p:sp>
      <p:sp>
        <p:nvSpPr>
          <p:cNvPr id="11" name="">
            <a:extLst xmlns:a="http://schemas.openxmlformats.org/drawingml/2006/main">
              <a:ext uri="{FF2B5EF4-FFF2-40B4-BE49-F238E27FC236}">
                <a16:creationId xmlns:a16="http://schemas.microsoft.com/office/drawing/2014/main" id="{735490BD-D123-4292-AFCC-3E0D13AF0D07}"/>
              </a:ext>
            </a:extLst>
          </p:cNvPr>
          <p:cNvSpPr>
            <a:spLocks xmlns:a="http://schemas.openxmlformats.org/drawingml/2006/main" noGrp="1"/>
          </p:cNvSpPr>
          <p:nvPr/>
        </p:nvSpPr>
        <p:spPr>
          <a:xfrm xmlns:a="http://schemas.openxmlformats.org/drawingml/2006/main">
            <a:off x="1609725" y="2390775"/>
            <a:ext cx="18478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0F7C932F-9023-44F2-B53C-6427C507E6A5}"/>
              </a:ext>
            </a:extLst>
          </p:cNvPr>
          <p:cNvSpPr>
            <a:spLocks xmlns:a="http://schemas.openxmlformats.org/drawingml/2006/main" noGrp="1"/>
          </p:cNvSpPr>
          <p:nvPr/>
        </p:nvSpPr>
        <p:spPr>
          <a:xfrm xmlns:a="http://schemas.openxmlformats.org/drawingml/2006/main">
            <a:off x="3667125" y="2295525"/>
            <a:ext cx="609600" cy="609600"/>
          </a:xfrm>
          <a:prstGeom xmlns:a="http://schemas.openxmlformats.org/drawingml/2006/main" prst="ellipse">
            <a:avLst/>
          </a:prstGeom>
          <a:solidFill xmlns:a="http://schemas.openxmlformats.org/drawingml/2006/main">
            <a:srgbClr val="48B985"/>
          </a:solidFill>
          <a:ln xmlns:a="http://schemas.openxmlformats.org/drawingml/2006/main" w="9525">
            <a:solidFill>
              <a:srgbClr val="48B985"/>
            </a:solidFill>
            <a:prstDash val="solid"/>
          </a:ln>
        </p:spPr>
      </p:sp>
      <p:sp>
        <p:nvSpPr>
          <p:cNvPr id="13" name="">
            <a:extLst xmlns:a="http://schemas.openxmlformats.org/drawingml/2006/main">
              <a:ext uri="{FF2B5EF4-FFF2-40B4-BE49-F238E27FC236}">
                <a16:creationId xmlns:a16="http://schemas.microsoft.com/office/drawing/2014/main" id="{70C4BAA6-4F12-45BA-ADC7-7E5061FB8EDA}"/>
              </a:ext>
            </a:extLst>
          </p:cNvPr>
          <p:cNvSpPr>
            <a:spLocks xmlns:a="http://schemas.openxmlformats.org/drawingml/2006/main" noGrp="1"/>
          </p:cNvSpPr>
          <p:nvPr/>
        </p:nvSpPr>
        <p:spPr>
          <a:xfrm xmlns:a="http://schemas.openxmlformats.org/drawingml/2006/main">
            <a:off x="3667125" y="2466975"/>
            <a:ext cx="609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i="0">
                <a:solidFill>
                  <a:srgbClr val="F7FBF8"/>
                </a:solidFill>
              </a:defRPr>
            </a:pPr>
            <a:r>
              <a:rPr sz="1350" b="1" i="0">
                <a:solidFill>
                  <a:srgbClr val="F7FBF8"/>
                </a:solidFill>
              </a:rPr>
              <a:t>2</a:t>
            </a:r>
          </a:p>
        </p:txBody>
      </p:sp>
      <p:sp>
        <p:nvSpPr>
          <p:cNvPr id="14" name="">
            <a:extLst xmlns:a="http://schemas.openxmlformats.org/drawingml/2006/main">
              <a:ext uri="{FF2B5EF4-FFF2-40B4-BE49-F238E27FC236}">
                <a16:creationId xmlns:a16="http://schemas.microsoft.com/office/drawing/2014/main" id="{B6BE5E6C-5BDF-4A72-A8F4-4C9DB2415A72}"/>
              </a:ext>
            </a:extLst>
          </p:cNvPr>
          <p:cNvSpPr>
            <a:spLocks xmlns:a="http://schemas.openxmlformats.org/drawingml/2006/main" noGrp="1"/>
          </p:cNvSpPr>
          <p:nvPr/>
        </p:nvSpPr>
        <p:spPr>
          <a:xfrm xmlns:a="http://schemas.openxmlformats.org/drawingml/2006/main">
            <a:off x="4391025" y="2390775"/>
            <a:ext cx="2038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5" name="">
            <a:extLst xmlns:a="http://schemas.openxmlformats.org/drawingml/2006/main">
              <a:ext uri="{FF2B5EF4-FFF2-40B4-BE49-F238E27FC236}">
                <a16:creationId xmlns:a16="http://schemas.microsoft.com/office/drawing/2014/main" id="{4F21378E-8554-4DFF-9F38-C4554E31DA0A}"/>
              </a:ext>
            </a:extLst>
          </p:cNvPr>
          <p:cNvSpPr>
            <a:spLocks xmlns:a="http://schemas.openxmlformats.org/drawingml/2006/main" noGrp="1"/>
          </p:cNvSpPr>
          <p:nvPr/>
        </p:nvSpPr>
        <p:spPr>
          <a:xfrm xmlns:a="http://schemas.openxmlformats.org/drawingml/2006/main">
            <a:off x="6657975" y="2295525"/>
            <a:ext cx="609600" cy="609600"/>
          </a:xfrm>
          <a:prstGeom xmlns:a="http://schemas.openxmlformats.org/drawingml/2006/main" prst="ellipse">
            <a:avLst/>
          </a:prstGeom>
          <a:solidFill xmlns:a="http://schemas.openxmlformats.org/drawingml/2006/main">
            <a:srgbClr val="6FAF8D"/>
          </a:solidFill>
          <a:ln xmlns:a="http://schemas.openxmlformats.org/drawingml/2006/main" w="9525">
            <a:solidFill>
              <a:srgbClr val="6FAF8D"/>
            </a:solidFill>
            <a:prstDash val="solid"/>
          </a:ln>
        </p:spPr>
      </p:sp>
      <p:sp>
        <p:nvSpPr>
          <p:cNvPr id="16" name="">
            <a:extLst xmlns:a="http://schemas.openxmlformats.org/drawingml/2006/main">
              <a:ext uri="{FF2B5EF4-FFF2-40B4-BE49-F238E27FC236}">
                <a16:creationId xmlns:a16="http://schemas.microsoft.com/office/drawing/2014/main" id="{4221A319-DD53-4172-8325-A387F4DBD81D}"/>
              </a:ext>
            </a:extLst>
          </p:cNvPr>
          <p:cNvSpPr>
            <a:spLocks xmlns:a="http://schemas.openxmlformats.org/drawingml/2006/main" noGrp="1"/>
          </p:cNvSpPr>
          <p:nvPr/>
        </p:nvSpPr>
        <p:spPr>
          <a:xfrm xmlns:a="http://schemas.openxmlformats.org/drawingml/2006/main">
            <a:off x="6657975" y="2466975"/>
            <a:ext cx="609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i="0">
                <a:solidFill>
                  <a:srgbClr val="F7FBF8"/>
                </a:solidFill>
              </a:defRPr>
            </a:pPr>
            <a:r>
              <a:rPr sz="1350" b="1" i="0">
                <a:solidFill>
                  <a:srgbClr val="F7FBF8"/>
                </a:solidFill>
              </a:rPr>
              <a:t>3</a:t>
            </a:r>
          </a:p>
        </p:txBody>
      </p:sp>
      <p:sp>
        <p:nvSpPr>
          <p:cNvPr id="17" name="">
            <a:extLst xmlns:a="http://schemas.openxmlformats.org/drawingml/2006/main">
              <a:ext uri="{FF2B5EF4-FFF2-40B4-BE49-F238E27FC236}">
                <a16:creationId xmlns:a16="http://schemas.microsoft.com/office/drawing/2014/main" id="{542B1C8E-8CD1-4385-8FBD-1E7817B447D7}"/>
              </a:ext>
            </a:extLst>
          </p:cNvPr>
          <p:cNvSpPr>
            <a:spLocks xmlns:a="http://schemas.openxmlformats.org/drawingml/2006/main" noGrp="1"/>
          </p:cNvSpPr>
          <p:nvPr/>
        </p:nvSpPr>
        <p:spPr>
          <a:xfrm xmlns:a="http://schemas.openxmlformats.org/drawingml/2006/main">
            <a:off x="7381875" y="2390775"/>
            <a:ext cx="14668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8" name="">
            <a:extLst xmlns:a="http://schemas.openxmlformats.org/drawingml/2006/main">
              <a:ext uri="{FF2B5EF4-FFF2-40B4-BE49-F238E27FC236}">
                <a16:creationId xmlns:a16="http://schemas.microsoft.com/office/drawing/2014/main" id="{C59E88CE-B45B-4CE9-AFB3-2A02F46FC08B}"/>
              </a:ext>
            </a:extLst>
          </p:cNvPr>
          <p:cNvSpPr>
            <a:spLocks xmlns:a="http://schemas.openxmlformats.org/drawingml/2006/main" noGrp="1"/>
          </p:cNvSpPr>
          <p:nvPr/>
        </p:nvSpPr>
        <p:spPr>
          <a:xfrm xmlns:a="http://schemas.openxmlformats.org/drawingml/2006/main">
            <a:off x="9096375" y="2295525"/>
            <a:ext cx="609600" cy="609600"/>
          </a:xfrm>
          <a:prstGeom xmlns:a="http://schemas.openxmlformats.org/drawingml/2006/main" prst="ellipse">
            <a:avLst/>
          </a:prstGeom>
          <a:solidFill xmlns:a="http://schemas.openxmlformats.org/drawingml/2006/main">
            <a:srgbClr val="7FA847"/>
          </a:solidFill>
          <a:ln xmlns:a="http://schemas.openxmlformats.org/drawingml/2006/main" w="9525">
            <a:solidFill>
              <a:srgbClr val="7FA847"/>
            </a:solidFill>
            <a:prstDash val="solid"/>
          </a:ln>
        </p:spPr>
      </p:sp>
      <p:sp>
        <p:nvSpPr>
          <p:cNvPr id="19" name="">
            <a:extLst xmlns:a="http://schemas.openxmlformats.org/drawingml/2006/main">
              <a:ext uri="{FF2B5EF4-FFF2-40B4-BE49-F238E27FC236}">
                <a16:creationId xmlns:a16="http://schemas.microsoft.com/office/drawing/2014/main" id="{3F50DB0E-068D-4C20-AEE4-4FDD55878F25}"/>
              </a:ext>
            </a:extLst>
          </p:cNvPr>
          <p:cNvSpPr>
            <a:spLocks xmlns:a="http://schemas.openxmlformats.org/drawingml/2006/main" noGrp="1"/>
          </p:cNvSpPr>
          <p:nvPr/>
        </p:nvSpPr>
        <p:spPr>
          <a:xfrm xmlns:a="http://schemas.openxmlformats.org/drawingml/2006/main">
            <a:off x="9096375" y="2466975"/>
            <a:ext cx="609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i="0">
                <a:solidFill>
                  <a:srgbClr val="F7FBF8"/>
                </a:solidFill>
              </a:defRPr>
            </a:pPr>
            <a:r>
              <a:rPr sz="1350" b="1" i="0">
                <a:solidFill>
                  <a:srgbClr val="F7FBF8"/>
                </a:solidFill>
              </a:rPr>
              <a:t>4</a:t>
            </a:r>
          </a:p>
        </p:txBody>
      </p:sp>
      <p:sp>
        <p:nvSpPr>
          <p:cNvPr id="20" name="">
            <a:extLst xmlns:a="http://schemas.openxmlformats.org/drawingml/2006/main">
              <a:ext uri="{FF2B5EF4-FFF2-40B4-BE49-F238E27FC236}">
                <a16:creationId xmlns:a16="http://schemas.microsoft.com/office/drawing/2014/main" id="{9AFD27CD-B2EA-45B3-9A10-2F02EDF5B9B3}"/>
              </a:ext>
            </a:extLst>
          </p:cNvPr>
          <p:cNvSpPr>
            <a:spLocks xmlns:a="http://schemas.openxmlformats.org/drawingml/2006/main" noGrp="1"/>
          </p:cNvSpPr>
          <p:nvPr/>
        </p:nvSpPr>
        <p:spPr>
          <a:xfrm xmlns:a="http://schemas.openxmlformats.org/drawingml/2006/main">
            <a:off x="9820275" y="2390775"/>
            <a:ext cx="1657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1" name="">
            <a:extLst xmlns:a="http://schemas.openxmlformats.org/drawingml/2006/main">
              <a:ext uri="{FF2B5EF4-FFF2-40B4-BE49-F238E27FC236}">
                <a16:creationId xmlns:a16="http://schemas.microsoft.com/office/drawing/2014/main" id="{E9E8AD32-9155-4069-B324-730310B0085E}"/>
              </a:ext>
            </a:extLst>
          </p:cNvPr>
          <p:cNvSpPr>
            <a:spLocks xmlns:a="http://schemas.openxmlformats.org/drawingml/2006/main" noGrp="1"/>
          </p:cNvSpPr>
          <p:nvPr/>
        </p:nvSpPr>
        <p:spPr>
          <a:xfrm xmlns:a="http://schemas.openxmlformats.org/drawingml/2006/main">
            <a:off x="523875" y="316230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75" b="1" i="0">
                <a:solidFill>
                  <a:srgbClr val="163C2C"/>
                </a:solidFill>
              </a:defRPr>
            </a:pPr>
            <a:r>
              <a:rPr sz="1575" b="1" i="0">
                <a:solidFill>
                  <a:srgbClr val="163C2C"/>
                </a:solidFill>
              </a:rPr>
              <a:t>Basic agent</a:t>
            </a:r>
          </a:p>
        </p:txBody>
      </p:sp>
      <p:sp>
        <p:nvSpPr>
          <p:cNvPr id="22" name="">
            <a:extLst xmlns:a="http://schemas.openxmlformats.org/drawingml/2006/main">
              <a:ext uri="{FF2B5EF4-FFF2-40B4-BE49-F238E27FC236}">
                <a16:creationId xmlns:a16="http://schemas.microsoft.com/office/drawing/2014/main" id="{8B72F585-326F-42CF-9D85-B999B8972AF5}"/>
              </a:ext>
            </a:extLst>
          </p:cNvPr>
          <p:cNvSpPr>
            <a:spLocks xmlns:a="http://schemas.openxmlformats.org/drawingml/2006/main" noGrp="1"/>
          </p:cNvSpPr>
          <p:nvPr/>
        </p:nvSpPr>
        <p:spPr>
          <a:xfrm xmlns:a="http://schemas.openxmlformats.org/drawingml/2006/main">
            <a:off x="3305175" y="316230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75" b="1" i="0">
                <a:solidFill>
                  <a:srgbClr val="163C2C"/>
                </a:solidFill>
              </a:defRPr>
            </a:pPr>
            <a:r>
              <a:rPr sz="1575" b="1" i="0">
                <a:solidFill>
                  <a:srgbClr val="163C2C"/>
                </a:solidFill>
              </a:rPr>
              <a:t>Tool</a:t>
            </a:r>
          </a:p>
        </p:txBody>
      </p:sp>
      <p:sp>
        <p:nvSpPr>
          <p:cNvPr id="23" name="">
            <a:extLst xmlns:a="http://schemas.openxmlformats.org/drawingml/2006/main">
              <a:ext uri="{FF2B5EF4-FFF2-40B4-BE49-F238E27FC236}">
                <a16:creationId xmlns:a16="http://schemas.microsoft.com/office/drawing/2014/main" id="{952CC8A8-5B93-4B54-AF42-9D5DCF68EC0D}"/>
              </a:ext>
            </a:extLst>
          </p:cNvPr>
          <p:cNvSpPr>
            <a:spLocks xmlns:a="http://schemas.openxmlformats.org/drawingml/2006/main" noGrp="1"/>
          </p:cNvSpPr>
          <p:nvPr/>
        </p:nvSpPr>
        <p:spPr>
          <a:xfrm xmlns:a="http://schemas.openxmlformats.org/drawingml/2006/main">
            <a:off x="6296025" y="316230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75" b="1" i="0">
                <a:solidFill>
                  <a:srgbClr val="163C2C"/>
                </a:solidFill>
              </a:defRPr>
            </a:pPr>
            <a:r>
              <a:rPr sz="1575" b="1" i="0">
                <a:solidFill>
                  <a:srgbClr val="163C2C"/>
                </a:solidFill>
              </a:rPr>
              <a:t>Live audio</a:t>
            </a:r>
          </a:p>
        </p:txBody>
      </p:sp>
      <p:sp>
        <p:nvSpPr>
          <p:cNvPr id="24" name="">
            <a:extLst xmlns:a="http://schemas.openxmlformats.org/drawingml/2006/main">
              <a:ext uri="{FF2B5EF4-FFF2-40B4-BE49-F238E27FC236}">
                <a16:creationId xmlns:a16="http://schemas.microsoft.com/office/drawing/2014/main" id="{C8EEB682-2519-4FB5-8B77-5519EBF9F137}"/>
              </a:ext>
            </a:extLst>
          </p:cNvPr>
          <p:cNvSpPr>
            <a:spLocks xmlns:a="http://schemas.openxmlformats.org/drawingml/2006/main" noGrp="1"/>
          </p:cNvSpPr>
          <p:nvPr/>
        </p:nvSpPr>
        <p:spPr>
          <a:xfrm xmlns:a="http://schemas.openxmlformats.org/drawingml/2006/main">
            <a:off x="8639175" y="316230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75" b="1" i="0">
                <a:solidFill>
                  <a:srgbClr val="163C2C"/>
                </a:solidFill>
              </a:defRPr>
            </a:pPr>
            <a:r>
              <a:rPr sz="1575" b="1" i="0">
                <a:solidFill>
                  <a:srgbClr val="163C2C"/>
                </a:solidFill>
              </a:rPr>
              <a:t>Latency + failure</a:t>
            </a:r>
          </a:p>
        </p:txBody>
      </p:sp>
    </p:spTree>
    <p:extLst>
      <p:ext uri="{BB962C8B-B14F-4D97-AF65-F5344CB8AC3E}">
        <p14:creationId xmlns:p14="http://schemas.microsoft.com/office/powerpoint/2010/main" val="1317279520"/>
      </p:ext>
    </p:extLst>
  </p:cSld>
</p:sld>
</file>

<file path=ppt/slides/slide4.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5544A03-E8E5-4057-8756-8949742F353E}"/>
              </a:ext>
            </a:extLst>
          </p:cNvPr>
          <p:cNvSpPr>
            <a:spLocks xmlns:a="http://schemas.openxmlformats.org/drawingml/2006/main" noGrp="1"/>
          </p:cNvSpPr>
          <p:nvPr/>
        </p:nvSpPr>
        <p:spPr>
          <a:xfrm xmlns:a="http://schemas.openxmlformats.org/drawingml/2006/main">
            <a:off x="685800" y="514350"/>
            <a:ext cx="76200" cy="28575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6FB429B-D04B-4903-BFF7-D4640A1E9D03}"/>
              </a:ext>
            </a:extLst>
          </p:cNvPr>
          <p:cNvSpPr>
            <a:spLocks xmlns:a="http://schemas.openxmlformats.org/drawingml/2006/main" noGrp="1"/>
          </p:cNvSpPr>
          <p:nvPr/>
        </p:nvSpPr>
        <p:spPr>
          <a:xfrm xmlns:a="http://schemas.openxmlformats.org/drawingml/2006/main">
            <a:off x="895350" y="5048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i="0">
                <a:solidFill>
                  <a:srgbClr val="48B985"/>
                </a:solidFill>
              </a:defRPr>
            </a:pPr>
            <a:r>
              <a:rPr sz="1125" b="1" i="0">
                <a:solidFill>
                  <a:srgbClr val="48B985"/>
                </a:solidFill>
              </a:rPr>
              <a:t>Set up your workspace</a:t>
            </a:r>
          </a:p>
        </p:txBody>
      </p:sp>
      <p:sp>
        <p:nvSpPr>
          <p:cNvPr id="3" name="">
            <a:extLst xmlns:a="http://schemas.openxmlformats.org/drawingml/2006/main">
              <a:ext uri="{FF2B5EF4-FFF2-40B4-BE49-F238E27FC236}">
                <a16:creationId xmlns:a16="http://schemas.microsoft.com/office/drawing/2014/main" id="{85AFE062-A467-47D1-88CC-CB3BBF702CB5}"/>
              </a:ext>
            </a:extLst>
          </p:cNvPr>
          <p:cNvSpPr>
            <a:spLocks xmlns:a="http://schemas.openxmlformats.org/drawingml/2006/main" noGrp="1"/>
          </p:cNvSpPr>
          <p:nvPr/>
        </p:nvSpPr>
        <p:spPr>
          <a:xfrm xmlns:a="http://schemas.openxmlformats.org/drawingml/2006/main">
            <a:off x="685800" y="933450"/>
            <a:ext cx="1082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i="0">
                <a:solidFill>
                  <a:srgbClr val="163C2C"/>
                </a:solidFill>
              </a:defRPr>
            </a:pPr>
            <a:r>
              <a:rPr sz="3150" b="1" i="0">
                <a:solidFill>
                  <a:srgbClr val="163C2C"/>
                </a:solidFill>
              </a:rPr>
              <a:t>Get to a green check before we start</a:t>
            </a:r>
          </a:p>
        </p:txBody>
      </p:sp>
      <p:sp>
        <p:nvSpPr>
          <p:cNvPr id="4" name="">
            <a:extLst xmlns:a="http://schemas.openxmlformats.org/drawingml/2006/main">
              <a:ext uri="{FF2B5EF4-FFF2-40B4-BE49-F238E27FC236}">
                <a16:creationId xmlns:a16="http://schemas.microsoft.com/office/drawing/2014/main" id="{EDCFEC78-AF70-4091-9D2C-C09F8492C42E}"/>
              </a:ext>
            </a:extLst>
          </p:cNvPr>
          <p:cNvSpPr>
            <a:spLocks xmlns:a="http://schemas.openxmlformats.org/drawingml/2006/main" noGrp="1"/>
          </p:cNvSpPr>
          <p:nvPr/>
        </p:nvSpPr>
        <p:spPr>
          <a:xfrm xmlns:a="http://schemas.openxmlformats.org/drawingml/2006/main">
            <a:off x="685800" y="156210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Scan the repo, open the starter, and run the preflight.</a:t>
            </a:r>
          </a:p>
        </p:txBody>
      </p:sp>
      <p:sp>
        <p:nvSpPr>
          <p:cNvPr id="5" name="">
            <a:extLst xmlns:a="http://schemas.openxmlformats.org/drawingml/2006/main">
              <a:ext uri="{FF2B5EF4-FFF2-40B4-BE49-F238E27FC236}">
                <a16:creationId xmlns:a16="http://schemas.microsoft.com/office/drawing/2014/main" id="{A0DF7181-353B-4CC3-8FB6-040166DA3BD4}"/>
              </a:ext>
            </a:extLst>
          </p:cNvPr>
          <p:cNvSpPr>
            <a:spLocks xmlns:a="http://schemas.openxmlformats.org/drawingml/2006/main" noGrp="1"/>
          </p:cNvSpPr>
          <p:nvPr/>
        </p:nvSpPr>
        <p:spPr>
          <a:xfrm xmlns:a="http://schemas.openxmlformats.org/drawingml/2006/main">
            <a:off x="685800" y="6448425"/>
            <a:ext cx="108204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9B6A7AD-6927-4D66-8C9B-2FF94949D759}"/>
              </a:ext>
            </a:extLst>
          </p:cNvPr>
          <p:cNvSpPr>
            <a:spLocks xmlns:a="http://schemas.openxmlformats.org/drawingml/2006/main" noGrp="1"/>
          </p:cNvSpPr>
          <p:nvPr/>
        </p:nvSpPr>
        <p:spPr>
          <a:xfrm xmlns:a="http://schemas.openxmlformats.org/drawingml/2006/main">
            <a:off x="685800" y="65246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00" b="1" i="0">
                <a:solidFill>
                  <a:srgbClr val="7F9389"/>
                </a:solidFill>
              </a:defRPr>
            </a:pPr>
            <a:r>
              <a:rPr sz="900" b="1" i="0">
                <a:solidFill>
                  <a:srgbClr val="7F9389"/>
                </a:solidFill>
              </a:rPr>
              <a:t>VOICE AGENTS × GOOGLE ADK</a:t>
            </a:r>
          </a:p>
        </p:txBody>
      </p:sp>
      <p:sp>
        <p:nvSpPr>
          <p:cNvPr id="7" name="">
            <a:extLst xmlns:a="http://schemas.openxmlformats.org/drawingml/2006/main">
              <a:ext uri="{FF2B5EF4-FFF2-40B4-BE49-F238E27FC236}">
                <a16:creationId xmlns:a16="http://schemas.microsoft.com/office/drawing/2014/main" id="{C9A91B42-2BDF-4808-8B06-E2AEB086C86B}"/>
              </a:ext>
            </a:extLst>
          </p:cNvPr>
          <p:cNvSpPr>
            <a:spLocks xmlns:a="http://schemas.openxmlformats.org/drawingml/2006/main" noGrp="1"/>
          </p:cNvSpPr>
          <p:nvPr/>
        </p:nvSpPr>
        <p:spPr>
          <a:xfrm xmlns:a="http://schemas.openxmlformats.org/drawingml/2006/main">
            <a:off x="10972800" y="6505575"/>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00" b="1" i="0">
                <a:solidFill>
                  <a:srgbClr val="7F9389"/>
                </a:solidFill>
              </a:defRPr>
            </a:pPr>
            <a:r>
              <a:rPr sz="900" b="1" i="0">
                <a:solidFill>
                  <a:srgbClr val="7F9389"/>
                </a:solidFill>
              </a:rPr>
              <a:t>04</a:t>
            </a:r>
          </a:p>
        </p:txBody>
      </p:sp>
      <p:sp>
        <p:nvSpPr>
          <p:cNvPr id="8" name="">
            <a:extLst xmlns:a="http://schemas.openxmlformats.org/drawingml/2006/main">
              <a:ext uri="{FF2B5EF4-FFF2-40B4-BE49-F238E27FC236}">
                <a16:creationId xmlns:a16="http://schemas.microsoft.com/office/drawing/2014/main" id="{B348004E-7BCF-4F13-BCFF-0CE7F8EA6BD5}"/>
              </a:ext>
            </a:extLst>
          </p:cNvPr>
          <p:cNvSpPr>
            <a:spLocks xmlns:a="http://schemas.openxmlformats.org/drawingml/2006/main" noGrp="1"/>
          </p:cNvSpPr>
          <p:nvPr/>
        </p:nvSpPr>
        <p:spPr>
          <a:xfrm xmlns:a="http://schemas.openxmlformats.org/drawingml/2006/main">
            <a:off x="781050" y="2238375"/>
            <a:ext cx="2628900" cy="3048000"/>
          </a:xfrm>
          <a:prstGeom xmlns:a="http://schemas.openxmlformats.org/drawingml/2006/main" prst="roundRect">
            <a:avLst>
              <a:gd name="adj" fmla="val 2899"/>
            </a:avLst>
          </a:prstGeom>
          <a:solidFill xmlns:a="http://schemas.openxmlformats.org/drawingml/2006/main">
            <a:srgbClr val="103428"/>
          </a:solidFill>
          <a:ln xmlns:a="http://schemas.openxmlformats.org/drawingml/2006/main" w="9525">
            <a:solidFill>
              <a:srgbClr val="C9DED2"/>
            </a:solidFill>
            <a:prstDash val="solid"/>
          </a:ln>
        </p:spPr>
      </p:sp>
      <p:sp>
        <p:nvSpPr>
          <p:cNvPr id="9" name="">
            <a:extLst xmlns:a="http://schemas.openxmlformats.org/drawingml/2006/main">
              <a:ext uri="{FF2B5EF4-FFF2-40B4-BE49-F238E27FC236}">
                <a16:creationId xmlns:a16="http://schemas.microsoft.com/office/drawing/2014/main" id="{5F9258DC-4BFB-420E-B86C-F7188499DE18}"/>
              </a:ext>
            </a:extLst>
          </p:cNvPr>
          <p:cNvSpPr>
            <a:spLocks xmlns:a="http://schemas.openxmlformats.org/drawingml/2006/main" noGrp="1"/>
          </p:cNvSpPr>
          <p:nvPr/>
        </p:nvSpPr>
        <p:spPr>
          <a:xfrm xmlns:a="http://schemas.openxmlformats.org/drawingml/2006/main">
            <a:off x="781050" y="2238375"/>
            <a:ext cx="66675" cy="30480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B079670-4B9D-4CF9-A96F-455966B154A2}"/>
              </a:ext>
            </a:extLst>
          </p:cNvPr>
          <p:cNvSpPr>
            <a:spLocks xmlns:a="http://schemas.openxmlformats.org/drawingml/2006/main" noGrp="1"/>
          </p:cNvSpPr>
          <p:nvPr/>
        </p:nvSpPr>
        <p:spPr>
          <a:xfrm xmlns:a="http://schemas.openxmlformats.org/drawingml/2006/main">
            <a:off x="1009650" y="2409825"/>
            <a:ext cx="95250" cy="95250"/>
          </a:xfrm>
          <a:prstGeom xmlns:a="http://schemas.openxmlformats.org/drawingml/2006/main" prst="ellipse">
            <a:avLst/>
          </a:prstGeom>
          <a:solidFill xmlns:a="http://schemas.openxmlformats.org/drawingml/2006/main">
            <a:srgbClr val="D05B6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57622EC-85C2-4F30-A2CA-1BEEA80C1791}"/>
              </a:ext>
            </a:extLst>
          </p:cNvPr>
          <p:cNvSpPr>
            <a:spLocks xmlns:a="http://schemas.openxmlformats.org/drawingml/2006/main" noGrp="1"/>
          </p:cNvSpPr>
          <p:nvPr/>
        </p:nvSpPr>
        <p:spPr>
          <a:xfrm xmlns:a="http://schemas.openxmlformats.org/drawingml/2006/main">
            <a:off x="1181100" y="2409825"/>
            <a:ext cx="95250" cy="95250"/>
          </a:xfrm>
          <a:prstGeom xmlns:a="http://schemas.openxmlformats.org/drawingml/2006/main" prst="ellipse">
            <a:avLst/>
          </a:prstGeom>
          <a:solidFill xmlns:a="http://schemas.openxmlformats.org/drawingml/2006/main">
            <a:srgbClr val="7FA84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92FC8A8-BA67-4FC8-BA99-15CEA175AF85}"/>
              </a:ext>
            </a:extLst>
          </p:cNvPr>
          <p:cNvSpPr>
            <a:spLocks xmlns:a="http://schemas.openxmlformats.org/drawingml/2006/main" noGrp="1"/>
          </p:cNvSpPr>
          <p:nvPr/>
        </p:nvSpPr>
        <p:spPr>
          <a:xfrm xmlns:a="http://schemas.openxmlformats.org/drawingml/2006/main">
            <a:off x="1352550" y="2409825"/>
            <a:ext cx="95250" cy="95250"/>
          </a:xfrm>
          <a:prstGeom xmlns:a="http://schemas.openxmlformats.org/drawingml/2006/main" prst="ellipse">
            <a:avLst/>
          </a:prstGeom>
          <a:solidFill xmlns:a="http://schemas.openxmlformats.org/drawingml/2006/main">
            <a:srgbClr val="48B985"/>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71F5998-4B70-4C7F-825A-793A76BB8498}"/>
              </a:ext>
            </a:extLst>
          </p:cNvPr>
          <p:cNvSpPr>
            <a:spLocks xmlns:a="http://schemas.openxmlformats.org/drawingml/2006/main" noGrp="1"/>
          </p:cNvSpPr>
          <p:nvPr/>
        </p:nvSpPr>
        <p:spPr>
          <a:xfrm xmlns:a="http://schemas.openxmlformats.org/drawingml/2006/main">
            <a:off x="1028700" y="2714625"/>
            <a:ext cx="2152650" cy="2457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0" i="0">
                <a:solidFill>
                  <a:srgbClr val="F7FBF8"/>
                </a:solidFill>
              </a:defRPr>
            </a:pPr>
            <a:r>
              <a:rPr sz="1200" b="0" i="0">
                <a:solidFill>
                  <a:srgbClr val="F7FBF8"/>
                </a:solidFill>
              </a:rPr>
              <a:t>uv sync</a:t>
            </a:r>
          </a:p>
          <a:p xmlns:a="http://schemas.openxmlformats.org/drawingml/2006/main">
            <a:r>
              <a:t/>
            </a:r>
          </a:p>
          <a:p xmlns:a="http://schemas.openxmlformats.org/drawingml/2006/main">
            <a:pPr algn="l">
              <a:buNone/>
              <a:defRPr sz="1200" b="0" i="0">
                <a:solidFill>
                  <a:srgbClr val="F7FBF8"/>
                </a:solidFill>
              </a:defRPr>
            </a:pPr>
            <a:r>
              <a:rPr sz="1200" b="0" i="0">
                <a:solidFill>
                  <a:srgbClr val="F7FBF8"/>
                </a:solidFill>
              </a:rPr>
              <a:t>uv run python scripts/preflight.py</a:t>
            </a:r>
          </a:p>
          <a:p xmlns:a="http://schemas.openxmlformats.org/drawingml/2006/main">
            <a:r>
              <a:t/>
            </a:r>
          </a:p>
          <a:p xmlns:a="http://schemas.openxmlformats.org/drawingml/2006/main">
            <a:pPr algn="l">
              <a:buNone/>
              <a:defRPr sz="1200" b="0" i="0">
                <a:solidFill>
                  <a:srgbClr val="F7FBF8"/>
                </a:solidFill>
              </a:defRPr>
            </a:pPr>
            <a:r>
              <a:rPr sz="1200" b="0" i="0">
                <a:solidFill>
                  <a:srgbClr val="F7FBF8"/>
                </a:solidFill>
              </a:rPr>
              <a:t># Expected</a:t>
            </a:r>
          </a:p>
          <a:p xmlns:a="http://schemas.openxmlformats.org/drawingml/2006/main">
            <a:pPr algn="l">
              <a:buNone/>
              <a:defRPr sz="1200" b="0" i="0">
                <a:solidFill>
                  <a:srgbClr val="F7FBF8"/>
                </a:solidFill>
              </a:defRPr>
            </a:pPr>
            <a:r>
              <a:rPr sz="1200" b="0" i="0">
                <a:solidFill>
                  <a:srgbClr val="F7FBF8"/>
                </a:solidFill>
              </a:rPr>
              <a:t>✓ READY</a:t>
            </a:r>
          </a:p>
        </p:txBody>
      </p:sp>
      <p:sp>
        <p:nvSpPr>
          <p:cNvPr id="14" name="">
            <a:extLst xmlns:a="http://schemas.openxmlformats.org/drawingml/2006/main">
              <a:ext uri="{FF2B5EF4-FFF2-40B4-BE49-F238E27FC236}">
                <a16:creationId xmlns:a16="http://schemas.microsoft.com/office/drawing/2014/main" id="{4654FA81-5D5A-4892-BA75-7ED60020D2D5}"/>
              </a:ext>
            </a:extLst>
          </p:cNvPr>
          <p:cNvSpPr>
            <a:spLocks xmlns:a="http://schemas.openxmlformats.org/drawingml/2006/main" noGrp="1"/>
          </p:cNvSpPr>
          <p:nvPr/>
        </p:nvSpPr>
        <p:spPr>
          <a:xfrm xmlns:a="http://schemas.openxmlformats.org/drawingml/2006/main">
            <a:off x="4133850" y="226695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250" b="1" i="0">
                <a:solidFill>
                  <a:srgbClr val="159A64"/>
                </a:solidFill>
              </a:defRPr>
            </a:pPr>
            <a:r>
              <a:rPr sz="2250" b="1" i="0">
                <a:solidFill>
                  <a:srgbClr val="159A64"/>
                </a:solidFill>
              </a:rPr>
              <a:t>1</a:t>
            </a:r>
          </a:p>
        </p:txBody>
      </p:sp>
      <p:sp>
        <p:nvSpPr>
          <p:cNvPr id="15" name="">
            <a:extLst xmlns:a="http://schemas.openxmlformats.org/drawingml/2006/main">
              <a:ext uri="{FF2B5EF4-FFF2-40B4-BE49-F238E27FC236}">
                <a16:creationId xmlns:a16="http://schemas.microsoft.com/office/drawing/2014/main" id="{07823F33-1905-4B44-9161-DD7033C18472}"/>
              </a:ext>
            </a:extLst>
          </p:cNvPr>
          <p:cNvSpPr>
            <a:spLocks xmlns:a="http://schemas.openxmlformats.org/drawingml/2006/main" noGrp="1"/>
          </p:cNvSpPr>
          <p:nvPr/>
        </p:nvSpPr>
        <p:spPr>
          <a:xfrm xmlns:a="http://schemas.openxmlformats.org/drawingml/2006/main">
            <a:off x="4667250" y="2305050"/>
            <a:ext cx="371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i="0">
                <a:solidFill>
                  <a:srgbClr val="163C2C"/>
                </a:solidFill>
              </a:defRPr>
            </a:pPr>
            <a:r>
              <a:rPr sz="1800" b="1" i="0">
                <a:solidFill>
                  <a:srgbClr val="163C2C"/>
                </a:solidFill>
              </a:rPr>
              <a:t>Open the workshop repository</a:t>
            </a:r>
          </a:p>
        </p:txBody>
      </p:sp>
      <p:sp>
        <p:nvSpPr>
          <p:cNvPr id="16" name="">
            <a:extLst xmlns:a="http://schemas.openxmlformats.org/drawingml/2006/main">
              <a:ext uri="{FF2B5EF4-FFF2-40B4-BE49-F238E27FC236}">
                <a16:creationId xmlns:a16="http://schemas.microsoft.com/office/drawing/2014/main" id="{F1C59E4E-5728-4C01-8292-59FA1EB79FDE}"/>
              </a:ext>
            </a:extLst>
          </p:cNvPr>
          <p:cNvSpPr>
            <a:spLocks xmlns:a="http://schemas.openxmlformats.org/drawingml/2006/main" noGrp="1"/>
          </p:cNvSpPr>
          <p:nvPr/>
        </p:nvSpPr>
        <p:spPr>
          <a:xfrm xmlns:a="http://schemas.openxmlformats.org/drawingml/2006/main">
            <a:off x="4133850" y="30861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250" b="1" i="0">
                <a:solidFill>
                  <a:srgbClr val="159A64"/>
                </a:solidFill>
              </a:defRPr>
            </a:pPr>
            <a:r>
              <a:rPr sz="2250" b="1" i="0">
                <a:solidFill>
                  <a:srgbClr val="159A64"/>
                </a:solidFill>
              </a:rPr>
              <a:t>2</a:t>
            </a:r>
          </a:p>
        </p:txBody>
      </p:sp>
      <p:sp>
        <p:nvSpPr>
          <p:cNvPr id="17" name="">
            <a:extLst xmlns:a="http://schemas.openxmlformats.org/drawingml/2006/main">
              <a:ext uri="{FF2B5EF4-FFF2-40B4-BE49-F238E27FC236}">
                <a16:creationId xmlns:a16="http://schemas.microsoft.com/office/drawing/2014/main" id="{E0727A96-3662-478E-AC1F-BAB6BA7DA1B5}"/>
              </a:ext>
            </a:extLst>
          </p:cNvPr>
          <p:cNvSpPr>
            <a:spLocks xmlns:a="http://schemas.openxmlformats.org/drawingml/2006/main" noGrp="1"/>
          </p:cNvSpPr>
          <p:nvPr/>
        </p:nvSpPr>
        <p:spPr>
          <a:xfrm xmlns:a="http://schemas.openxmlformats.org/drawingml/2006/main">
            <a:off x="4667250" y="3124200"/>
            <a:ext cx="371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i="0">
                <a:solidFill>
                  <a:srgbClr val="163C2C"/>
                </a:solidFill>
              </a:defRPr>
            </a:pPr>
            <a:r>
              <a:rPr sz="1800" b="1" i="0">
                <a:solidFill>
                  <a:srgbClr val="163C2C"/>
                </a:solidFill>
              </a:rPr>
              <a:t>Add your AI Studio API key</a:t>
            </a:r>
          </a:p>
        </p:txBody>
      </p:sp>
      <p:sp>
        <p:nvSpPr>
          <p:cNvPr id="18" name="">
            <a:extLst xmlns:a="http://schemas.openxmlformats.org/drawingml/2006/main">
              <a:ext uri="{FF2B5EF4-FFF2-40B4-BE49-F238E27FC236}">
                <a16:creationId xmlns:a16="http://schemas.microsoft.com/office/drawing/2014/main" id="{6DEDB6A2-133A-46FC-BC5A-DAB85D3C2DFB}"/>
              </a:ext>
            </a:extLst>
          </p:cNvPr>
          <p:cNvSpPr>
            <a:spLocks xmlns:a="http://schemas.openxmlformats.org/drawingml/2006/main" noGrp="1"/>
          </p:cNvSpPr>
          <p:nvPr/>
        </p:nvSpPr>
        <p:spPr>
          <a:xfrm xmlns:a="http://schemas.openxmlformats.org/drawingml/2006/main">
            <a:off x="4133850" y="390525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250" b="1" i="0">
                <a:solidFill>
                  <a:srgbClr val="159A64"/>
                </a:solidFill>
              </a:defRPr>
            </a:pPr>
            <a:r>
              <a:rPr sz="2250" b="1" i="0">
                <a:solidFill>
                  <a:srgbClr val="159A64"/>
                </a:solidFill>
              </a:rPr>
              <a:t>3</a:t>
            </a:r>
          </a:p>
        </p:txBody>
      </p:sp>
      <p:sp>
        <p:nvSpPr>
          <p:cNvPr id="19" name="">
            <a:extLst xmlns:a="http://schemas.openxmlformats.org/drawingml/2006/main">
              <a:ext uri="{FF2B5EF4-FFF2-40B4-BE49-F238E27FC236}">
                <a16:creationId xmlns:a16="http://schemas.microsoft.com/office/drawing/2014/main" id="{2DC5FF09-6139-46EE-AD0D-E666561F8266}"/>
              </a:ext>
            </a:extLst>
          </p:cNvPr>
          <p:cNvSpPr>
            <a:spLocks xmlns:a="http://schemas.openxmlformats.org/drawingml/2006/main" noGrp="1"/>
          </p:cNvSpPr>
          <p:nvPr/>
        </p:nvSpPr>
        <p:spPr>
          <a:xfrm xmlns:a="http://schemas.openxmlformats.org/drawingml/2006/main">
            <a:off x="4667250" y="3943350"/>
            <a:ext cx="371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i="0">
                <a:solidFill>
                  <a:srgbClr val="163C2C"/>
                </a:solidFill>
              </a:defRPr>
            </a:pPr>
            <a:r>
              <a:rPr sz="1800" b="1" i="0">
                <a:solidFill>
                  <a:srgbClr val="163C2C"/>
                </a:solidFill>
              </a:rPr>
              <a:t>Run the preflight → see ✓ READY</a:t>
            </a:r>
          </a:p>
        </p:txBody>
      </p:sp>
      <p:sp>
        <p:nvSpPr>
          <p:cNvPr id="20" name="">
            <a:extLst xmlns:a="http://schemas.openxmlformats.org/drawingml/2006/main">
              <a:ext uri="{FF2B5EF4-FFF2-40B4-BE49-F238E27FC236}">
                <a16:creationId xmlns:a16="http://schemas.microsoft.com/office/drawing/2014/main" id="{83A22BA3-7960-4F51-8E0C-D3BE1B7ABFF1}"/>
              </a:ext>
            </a:extLst>
          </p:cNvPr>
          <p:cNvSpPr>
            <a:spLocks xmlns:a="http://schemas.openxmlformats.org/drawingml/2006/main" noGrp="1"/>
          </p:cNvSpPr>
          <p:nvPr/>
        </p:nvSpPr>
        <p:spPr>
          <a:xfrm xmlns:a="http://schemas.openxmlformats.org/drawingml/2006/main">
            <a:off x="4114800" y="4762500"/>
            <a:ext cx="662940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9525">
            <a:solidFill>
              <a:srgbClr val="C9DED2"/>
            </a:solidFill>
            <a:prstDash val="solid"/>
          </a:ln>
        </p:spPr>
      </p:sp>
      <p:sp>
        <p:nvSpPr>
          <p:cNvPr id="21" name="">
            <a:extLst xmlns:a="http://schemas.openxmlformats.org/drawingml/2006/main">
              <a:ext uri="{FF2B5EF4-FFF2-40B4-BE49-F238E27FC236}">
                <a16:creationId xmlns:a16="http://schemas.microsoft.com/office/drawing/2014/main" id="{B4D6463F-5AB9-4897-8168-6CDBBB07D3E7}"/>
              </a:ext>
            </a:extLst>
          </p:cNvPr>
          <p:cNvSpPr>
            <a:spLocks xmlns:a="http://schemas.openxmlformats.org/drawingml/2006/main" noGrp="1"/>
          </p:cNvSpPr>
          <p:nvPr/>
        </p:nvSpPr>
        <p:spPr>
          <a:xfrm xmlns:a="http://schemas.openxmlformats.org/drawingml/2006/main">
            <a:off x="4381500" y="4972050"/>
            <a:ext cx="6115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i="0">
                <a:solidFill>
                  <a:srgbClr val="48B985"/>
                </a:solidFill>
              </a:defRPr>
            </a:pPr>
            <a:r>
              <a:rPr sz="1500" b="1" i="0">
                <a:solidFill>
                  <a:srgbClr val="48B985"/>
                </a:solidFill>
              </a:rPr>
              <a:t>Stuck? Jump to the next checkpoint folder and keep moving.</a:t>
            </a:r>
          </a:p>
        </p:txBody>
      </p:sp>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03844162e0954ff4"/>
          <a:stretch xmlns:a="http://schemas.openxmlformats.org/drawingml/2006/main"/>
        </p:blipFill>
        <p:spPr>
          <a:xfrm xmlns:a="http://schemas.openxmlformats.org/drawingml/2006/main">
            <a:off x="9067800" y="2209800"/>
            <a:ext cx="1600200" cy="1600200"/>
          </a:xfrm>
          <a:prstGeom xmlns:a="http://schemas.openxmlformats.org/drawingml/2006/main" prst="rect">
            <a:avLst/>
          </a:prstGeom>
        </p:spPr>
      </p:pic>
      <p:sp>
        <p:nvSpPr>
          <p:cNvPr id="24" name="workshop-repository-link">
            <a:extLst xmlns:a="http://schemas.openxmlformats.org/drawingml/2006/main">
              <a:ext uri="{FF2B5EF4-FFF2-40B4-BE49-F238E27FC236}">
                <a16:creationId xmlns:a16="http://schemas.microsoft.com/office/drawing/2014/main" id="{9287FA24-3A39-4CD5-8357-28D46DE861D1}"/>
              </a:ext>
            </a:extLst>
          </p:cNvPr>
          <p:cNvSpPr>
            <a:spLocks xmlns:a="http://schemas.openxmlformats.org/drawingml/2006/main" noGrp="1"/>
          </p:cNvSpPr>
          <p:nvPr/>
        </p:nvSpPr>
        <p:spPr>
          <a:xfrm xmlns:a="http://schemas.openxmlformats.org/drawingml/2006/main">
            <a:off x="8382000" y="3943350"/>
            <a:ext cx="2895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00" b="1">
                <a:solidFill>
                  <a:srgbClr val="159A64"/>
                </a:solidFill>
              </a:defRPr>
            </a:pPr>
            <a:r>
              <a:rPr sz="900" b="1">
                <a:solidFill>
                  <a:srgbClr val="159A64"/>
                </a:solidFill>
              </a:rPr>
              <a:t>SCAN TO OPEN</a:t>
            </a:r>
          </a:p>
          <a:p xmlns:a="http://schemas.openxmlformats.org/drawingml/2006/main">
            <a:pPr algn="ctr">
              <a:buNone/>
              <a:defRPr sz="900" b="1">
                <a:solidFill>
                  <a:srgbClr val="159A64"/>
                </a:solidFill>
              </a:defRPr>
            </a:pPr>
            <a:r>
              <a:rPr sz="900" b="1">
                <a:solidFill>
                  <a:srgbClr val="159A64"/>
                </a:solidFill>
                <a:hlinkClick xmlns:r="http://schemas.openxmlformats.org/officeDocument/2006/relationships" r:id="Ra12e7660b6c842ae"/>
              </a:rPr>
              <a:t>github.com/aswincsekar/adk-voice-workshop</a:t>
            </a:r>
          </a:p>
        </p:txBody>
      </p:sp>
    </p:spTree>
    <p:extLst>
      <p:ext uri="{BB962C8B-B14F-4D97-AF65-F5344CB8AC3E}">
        <p14:creationId xmlns:p14="http://schemas.microsoft.com/office/powerpoint/2010/main" val="551141013"/>
      </p:ext>
    </p:extLst>
  </p:cSld>
</p:sld>
</file>

<file path=ppt/slides/slide5.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D4CA7D11-7EA1-4C5E-926F-CF99153C5FE4}"/>
              </a:ext>
            </a:extLst>
          </p:cNvPr>
          <p:cNvSpPr>
            <a:spLocks xmlns:a="http://schemas.openxmlformats.org/drawingml/2006/main" noGrp="1"/>
          </p:cNvSpPr>
          <p:nvPr/>
        </p:nvSpPr>
        <p:spPr>
          <a:xfrm xmlns:a="http://schemas.openxmlformats.org/drawingml/2006/main">
            <a:off x="685800" y="514350"/>
            <a:ext cx="76200" cy="285750"/>
          </a:xfrm>
          <a:prstGeom xmlns:a="http://schemas.openxmlformats.org/drawingml/2006/main" prst="roundRect">
            <a:avLst>
              <a:gd name="adj" fmla="val 50000"/>
            </a:avLst>
          </a:prstGeom>
          <a:solidFill xmlns:a="http://schemas.openxmlformats.org/drawingml/2006/main">
            <a:srgbClr val="7FA84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B65BCCA-8C10-4B0F-977C-1F6BC439A90E}"/>
              </a:ext>
            </a:extLst>
          </p:cNvPr>
          <p:cNvSpPr>
            <a:spLocks xmlns:a="http://schemas.openxmlformats.org/drawingml/2006/main" noGrp="1"/>
          </p:cNvSpPr>
          <p:nvPr/>
        </p:nvSpPr>
        <p:spPr>
          <a:xfrm xmlns:a="http://schemas.openxmlformats.org/drawingml/2006/main">
            <a:off x="895350" y="5048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i="0">
                <a:solidFill>
                  <a:srgbClr val="7FA847"/>
                </a:solidFill>
              </a:defRPr>
            </a:pPr>
            <a:r>
              <a:rPr sz="1125" b="1" i="0">
                <a:solidFill>
                  <a:srgbClr val="7FA847"/>
                </a:solidFill>
              </a:rPr>
              <a:t>How the workshop flows</a:t>
            </a:r>
          </a:p>
        </p:txBody>
      </p:sp>
      <p:sp>
        <p:nvSpPr>
          <p:cNvPr id="3" name="">
            <a:extLst xmlns:a="http://schemas.openxmlformats.org/drawingml/2006/main">
              <a:ext uri="{FF2B5EF4-FFF2-40B4-BE49-F238E27FC236}">
                <a16:creationId xmlns:a16="http://schemas.microsoft.com/office/drawing/2014/main" id="{9CDAA6DF-5596-49E7-ACA4-22583246B45D}"/>
              </a:ext>
            </a:extLst>
          </p:cNvPr>
          <p:cNvSpPr>
            <a:spLocks xmlns:a="http://schemas.openxmlformats.org/drawingml/2006/main" noGrp="1"/>
          </p:cNvSpPr>
          <p:nvPr/>
        </p:nvSpPr>
        <p:spPr>
          <a:xfrm xmlns:a="http://schemas.openxmlformats.org/drawingml/2006/main">
            <a:off x="685800" y="933450"/>
            <a:ext cx="1082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i="0">
                <a:solidFill>
                  <a:srgbClr val="163C2C"/>
                </a:solidFill>
              </a:defRPr>
            </a:pPr>
            <a:r>
              <a:rPr sz="3150" b="1" i="0">
                <a:solidFill>
                  <a:srgbClr val="163C2C"/>
                </a:solidFill>
              </a:rPr>
              <a:t>Build first. Explain the machinery second.</a:t>
            </a:r>
          </a:p>
        </p:txBody>
      </p:sp>
      <p:sp>
        <p:nvSpPr>
          <p:cNvPr id="4" name="">
            <a:extLst xmlns:a="http://schemas.openxmlformats.org/drawingml/2006/main">
              <a:ext uri="{FF2B5EF4-FFF2-40B4-BE49-F238E27FC236}">
                <a16:creationId xmlns:a16="http://schemas.microsoft.com/office/drawing/2014/main" id="{64A63941-A01C-4D80-BB09-0B8DC6878303}"/>
              </a:ext>
            </a:extLst>
          </p:cNvPr>
          <p:cNvSpPr>
            <a:spLocks xmlns:a="http://schemas.openxmlformats.org/drawingml/2006/main" noGrp="1"/>
          </p:cNvSpPr>
          <p:nvPr/>
        </p:nvSpPr>
        <p:spPr>
          <a:xfrm xmlns:a="http://schemas.openxmlformats.org/drawingml/2006/main">
            <a:off x="685800" y="156210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The workshop alternates short demos with immediate practice.</a:t>
            </a:r>
          </a:p>
        </p:txBody>
      </p:sp>
      <p:sp>
        <p:nvSpPr>
          <p:cNvPr id="5" name="">
            <a:extLst xmlns:a="http://schemas.openxmlformats.org/drawingml/2006/main">
              <a:ext uri="{FF2B5EF4-FFF2-40B4-BE49-F238E27FC236}">
                <a16:creationId xmlns:a16="http://schemas.microsoft.com/office/drawing/2014/main" id="{7A96B14C-5069-4162-B65C-67B46607B4C3}"/>
              </a:ext>
            </a:extLst>
          </p:cNvPr>
          <p:cNvSpPr>
            <a:spLocks xmlns:a="http://schemas.openxmlformats.org/drawingml/2006/main" noGrp="1"/>
          </p:cNvSpPr>
          <p:nvPr/>
        </p:nvSpPr>
        <p:spPr>
          <a:xfrm xmlns:a="http://schemas.openxmlformats.org/drawingml/2006/main">
            <a:off x="685800" y="6448425"/>
            <a:ext cx="108204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A9150F7-17F1-4384-98DE-D764C2CE8A87}"/>
              </a:ext>
            </a:extLst>
          </p:cNvPr>
          <p:cNvSpPr>
            <a:spLocks xmlns:a="http://schemas.openxmlformats.org/drawingml/2006/main" noGrp="1"/>
          </p:cNvSpPr>
          <p:nvPr/>
        </p:nvSpPr>
        <p:spPr>
          <a:xfrm xmlns:a="http://schemas.openxmlformats.org/drawingml/2006/main">
            <a:off x="685800" y="65246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00" b="1" i="0">
                <a:solidFill>
                  <a:srgbClr val="7F9389"/>
                </a:solidFill>
              </a:defRPr>
            </a:pPr>
            <a:r>
              <a:rPr sz="900" b="1" i="0">
                <a:solidFill>
                  <a:srgbClr val="7F9389"/>
                </a:solidFill>
              </a:rPr>
              <a:t>VOICE AGENTS × GOOGLE ADK</a:t>
            </a:r>
          </a:p>
        </p:txBody>
      </p:sp>
      <p:sp>
        <p:nvSpPr>
          <p:cNvPr id="7" name="">
            <a:extLst xmlns:a="http://schemas.openxmlformats.org/drawingml/2006/main">
              <a:ext uri="{FF2B5EF4-FFF2-40B4-BE49-F238E27FC236}">
                <a16:creationId xmlns:a16="http://schemas.microsoft.com/office/drawing/2014/main" id="{23FC3002-C1B1-4024-9CCE-0C4F52BF1C91}"/>
              </a:ext>
            </a:extLst>
          </p:cNvPr>
          <p:cNvSpPr>
            <a:spLocks xmlns:a="http://schemas.openxmlformats.org/drawingml/2006/main" noGrp="1"/>
          </p:cNvSpPr>
          <p:nvPr/>
        </p:nvSpPr>
        <p:spPr>
          <a:xfrm xmlns:a="http://schemas.openxmlformats.org/drawingml/2006/main">
            <a:off x="10972800" y="6505575"/>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00" b="1" i="0">
                <a:solidFill>
                  <a:srgbClr val="7F9389"/>
                </a:solidFill>
              </a:defRPr>
            </a:pPr>
            <a:r>
              <a:rPr sz="900" b="1" i="0">
                <a:solidFill>
                  <a:srgbClr val="7F9389"/>
                </a:solidFill>
              </a:rPr>
              <a:t>05</a:t>
            </a:r>
          </a:p>
        </p:txBody>
      </p:sp>
      <p:sp>
        <p:nvSpPr>
          <p:cNvPr id="8" name="">
            <a:extLst xmlns:a="http://schemas.openxmlformats.org/drawingml/2006/main">
              <a:ext uri="{FF2B5EF4-FFF2-40B4-BE49-F238E27FC236}">
                <a16:creationId xmlns:a16="http://schemas.microsoft.com/office/drawing/2014/main" id="{5E70D1B5-FFFA-4CE9-B1E9-10E175537C45}"/>
              </a:ext>
            </a:extLst>
          </p:cNvPr>
          <p:cNvSpPr>
            <a:spLocks xmlns:a="http://schemas.openxmlformats.org/drawingml/2006/main" noGrp="1"/>
          </p:cNvSpPr>
          <p:nvPr/>
        </p:nvSpPr>
        <p:spPr>
          <a:xfrm xmlns:a="http://schemas.openxmlformats.org/drawingml/2006/main">
            <a:off x="1047750" y="3143250"/>
            <a:ext cx="9382125" cy="38100"/>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ACDC6A2-ECE5-46A0-B409-79FE33A47D56}"/>
              </a:ext>
            </a:extLst>
          </p:cNvPr>
          <p:cNvSpPr>
            <a:spLocks xmlns:a="http://schemas.openxmlformats.org/drawingml/2006/main" noGrp="1"/>
          </p:cNvSpPr>
          <p:nvPr/>
        </p:nvSpPr>
        <p:spPr>
          <a:xfrm xmlns:a="http://schemas.openxmlformats.org/drawingml/2006/main">
            <a:off x="876300" y="2943225"/>
            <a:ext cx="438150" cy="438150"/>
          </a:xfrm>
          <a:prstGeom xmlns:a="http://schemas.openxmlformats.org/drawingml/2006/main" prst="ellipse">
            <a:avLst/>
          </a:prstGeom>
          <a:solidFill xmlns:a="http://schemas.openxmlformats.org/drawingml/2006/main">
            <a:srgbClr val="159A64"/>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58E49EA-D78C-461E-8430-9A8AF1993517}"/>
              </a:ext>
            </a:extLst>
          </p:cNvPr>
          <p:cNvSpPr>
            <a:spLocks xmlns:a="http://schemas.openxmlformats.org/drawingml/2006/main" noGrp="1"/>
          </p:cNvSpPr>
          <p:nvPr/>
        </p:nvSpPr>
        <p:spPr>
          <a:xfrm xmlns:a="http://schemas.openxmlformats.org/drawingml/2006/main">
            <a:off x="876300" y="3038475"/>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i="0">
                <a:solidFill>
                  <a:srgbClr val="F7FBF8"/>
                </a:solidFill>
              </a:defRPr>
            </a:pPr>
            <a:r>
              <a:rPr sz="1200" b="1" i="0">
                <a:solidFill>
                  <a:srgbClr val="F7FBF8"/>
                </a:solidFill>
              </a:rPr>
              <a:t>1</a:t>
            </a:r>
          </a:p>
        </p:txBody>
      </p:sp>
      <p:sp>
        <p:nvSpPr>
          <p:cNvPr id="11" name="">
            <a:extLst xmlns:a="http://schemas.openxmlformats.org/drawingml/2006/main">
              <a:ext uri="{FF2B5EF4-FFF2-40B4-BE49-F238E27FC236}">
                <a16:creationId xmlns:a16="http://schemas.microsoft.com/office/drawing/2014/main" id="{C7FCE5B1-3743-4D7E-B5DC-BB1F64A11505}"/>
              </a:ext>
            </a:extLst>
          </p:cNvPr>
          <p:cNvSpPr>
            <a:spLocks xmlns:a="http://schemas.openxmlformats.org/drawingml/2006/main" noGrp="1"/>
          </p:cNvSpPr>
          <p:nvPr/>
        </p:nvSpPr>
        <p:spPr>
          <a:xfrm xmlns:a="http://schemas.openxmlformats.org/drawingml/2006/main">
            <a:off x="457200" y="3638550"/>
            <a:ext cx="1276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75" b="1" i="0">
                <a:solidFill>
                  <a:srgbClr val="163C2C"/>
                </a:solidFill>
              </a:defRPr>
            </a:pPr>
            <a:r>
              <a:rPr sz="1275" b="1" i="0">
                <a:solidFill>
                  <a:srgbClr val="163C2C"/>
                </a:solidFill>
              </a:rPr>
              <a:t>HOOK</a:t>
            </a:r>
          </a:p>
        </p:txBody>
      </p:sp>
      <p:sp>
        <p:nvSpPr>
          <p:cNvPr id="12" name="">
            <a:extLst xmlns:a="http://schemas.openxmlformats.org/drawingml/2006/main">
              <a:ext uri="{FF2B5EF4-FFF2-40B4-BE49-F238E27FC236}">
                <a16:creationId xmlns:a16="http://schemas.microsoft.com/office/drawing/2014/main" id="{3C1ED2EB-6111-4A66-9DF5-84D2572BF090}"/>
              </a:ext>
            </a:extLst>
          </p:cNvPr>
          <p:cNvSpPr>
            <a:spLocks xmlns:a="http://schemas.openxmlformats.org/drawingml/2006/main" noGrp="1"/>
          </p:cNvSpPr>
          <p:nvPr/>
        </p:nvSpPr>
        <p:spPr>
          <a:xfrm xmlns:a="http://schemas.openxmlformats.org/drawingml/2006/main">
            <a:off x="457200" y="3943350"/>
            <a:ext cx="1276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0" i="0">
                <a:solidFill>
                  <a:srgbClr val="61786E"/>
                </a:solidFill>
              </a:defRPr>
            </a:pPr>
            <a:r>
              <a:rPr sz="1125" b="0" i="0">
                <a:solidFill>
                  <a:srgbClr val="61786E"/>
                </a:solidFill>
              </a:rPr>
              <a:t>0–5 min</a:t>
            </a:r>
          </a:p>
        </p:txBody>
      </p:sp>
      <p:sp>
        <p:nvSpPr>
          <p:cNvPr id="13" name="">
            <a:extLst xmlns:a="http://schemas.openxmlformats.org/drawingml/2006/main">
              <a:ext uri="{FF2B5EF4-FFF2-40B4-BE49-F238E27FC236}">
                <a16:creationId xmlns:a16="http://schemas.microsoft.com/office/drawing/2014/main" id="{23143456-C8A2-4BAB-BCD4-637E6E3AF2BD}"/>
              </a:ext>
            </a:extLst>
          </p:cNvPr>
          <p:cNvSpPr>
            <a:spLocks xmlns:a="http://schemas.openxmlformats.org/drawingml/2006/main" noGrp="1"/>
          </p:cNvSpPr>
          <p:nvPr/>
        </p:nvSpPr>
        <p:spPr>
          <a:xfrm xmlns:a="http://schemas.openxmlformats.org/drawingml/2006/main">
            <a:off x="2724150" y="2943225"/>
            <a:ext cx="438150" cy="438150"/>
          </a:xfrm>
          <a:prstGeom xmlns:a="http://schemas.openxmlformats.org/drawingml/2006/main" prst="ellipse">
            <a:avLst/>
          </a:prstGeom>
          <a:solidFill xmlns:a="http://schemas.openxmlformats.org/drawingml/2006/main">
            <a:srgbClr val="159A64"/>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C9E63CD-5FAE-4D46-B764-A99A4307035C}"/>
              </a:ext>
            </a:extLst>
          </p:cNvPr>
          <p:cNvSpPr>
            <a:spLocks xmlns:a="http://schemas.openxmlformats.org/drawingml/2006/main" noGrp="1"/>
          </p:cNvSpPr>
          <p:nvPr/>
        </p:nvSpPr>
        <p:spPr>
          <a:xfrm xmlns:a="http://schemas.openxmlformats.org/drawingml/2006/main">
            <a:off x="2724150" y="3038475"/>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i="0">
                <a:solidFill>
                  <a:srgbClr val="F7FBF8"/>
                </a:solidFill>
              </a:defRPr>
            </a:pPr>
            <a:r>
              <a:rPr sz="1200" b="1" i="0">
                <a:solidFill>
                  <a:srgbClr val="F7FBF8"/>
                </a:solidFill>
              </a:rPr>
              <a:t>2</a:t>
            </a:r>
          </a:p>
        </p:txBody>
      </p:sp>
      <p:sp>
        <p:nvSpPr>
          <p:cNvPr id="15" name="">
            <a:extLst xmlns:a="http://schemas.openxmlformats.org/drawingml/2006/main">
              <a:ext uri="{FF2B5EF4-FFF2-40B4-BE49-F238E27FC236}">
                <a16:creationId xmlns:a16="http://schemas.microsoft.com/office/drawing/2014/main" id="{21F3B634-E144-4A9C-8E6F-C85D9E79FA5B}"/>
              </a:ext>
            </a:extLst>
          </p:cNvPr>
          <p:cNvSpPr>
            <a:spLocks xmlns:a="http://schemas.openxmlformats.org/drawingml/2006/main" noGrp="1"/>
          </p:cNvSpPr>
          <p:nvPr/>
        </p:nvSpPr>
        <p:spPr>
          <a:xfrm xmlns:a="http://schemas.openxmlformats.org/drawingml/2006/main">
            <a:off x="2305050" y="3638550"/>
            <a:ext cx="1276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75" b="1" i="0">
                <a:solidFill>
                  <a:srgbClr val="163C2C"/>
                </a:solidFill>
              </a:defRPr>
            </a:pPr>
            <a:r>
              <a:rPr sz="1275" b="1" i="0">
                <a:solidFill>
                  <a:srgbClr val="163C2C"/>
                </a:solidFill>
              </a:rPr>
              <a:t>AGENT</a:t>
            </a:r>
          </a:p>
        </p:txBody>
      </p:sp>
      <p:sp>
        <p:nvSpPr>
          <p:cNvPr id="16" name="">
            <a:extLst xmlns:a="http://schemas.openxmlformats.org/drawingml/2006/main">
              <a:ext uri="{FF2B5EF4-FFF2-40B4-BE49-F238E27FC236}">
                <a16:creationId xmlns:a16="http://schemas.microsoft.com/office/drawing/2014/main" id="{0DB55F5F-AE9B-4D3E-85F8-4386D7DAA65D}"/>
              </a:ext>
            </a:extLst>
          </p:cNvPr>
          <p:cNvSpPr>
            <a:spLocks xmlns:a="http://schemas.openxmlformats.org/drawingml/2006/main" noGrp="1"/>
          </p:cNvSpPr>
          <p:nvPr/>
        </p:nvSpPr>
        <p:spPr>
          <a:xfrm xmlns:a="http://schemas.openxmlformats.org/drawingml/2006/main">
            <a:off x="2305050" y="3943350"/>
            <a:ext cx="1276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0" i="0">
                <a:solidFill>
                  <a:srgbClr val="61786E"/>
                </a:solidFill>
              </a:defRPr>
            </a:pPr>
            <a:r>
              <a:rPr sz="1125" b="0" i="0">
                <a:solidFill>
                  <a:srgbClr val="61786E"/>
                </a:solidFill>
              </a:rPr>
              <a:t>5–15 min</a:t>
            </a:r>
          </a:p>
        </p:txBody>
      </p:sp>
      <p:sp>
        <p:nvSpPr>
          <p:cNvPr id="17" name="">
            <a:extLst xmlns:a="http://schemas.openxmlformats.org/drawingml/2006/main">
              <a:ext uri="{FF2B5EF4-FFF2-40B4-BE49-F238E27FC236}">
                <a16:creationId xmlns:a16="http://schemas.microsoft.com/office/drawing/2014/main" id="{E7A10B5C-21DE-46D0-8243-65790AE3B8A1}"/>
              </a:ext>
            </a:extLst>
          </p:cNvPr>
          <p:cNvSpPr>
            <a:spLocks xmlns:a="http://schemas.openxmlformats.org/drawingml/2006/main" noGrp="1"/>
          </p:cNvSpPr>
          <p:nvPr/>
        </p:nvSpPr>
        <p:spPr>
          <a:xfrm xmlns:a="http://schemas.openxmlformats.org/drawingml/2006/main">
            <a:off x="4572000" y="2943225"/>
            <a:ext cx="438150" cy="438150"/>
          </a:xfrm>
          <a:prstGeom xmlns:a="http://schemas.openxmlformats.org/drawingml/2006/main" prst="ellipse">
            <a:avLst/>
          </a:prstGeom>
          <a:solidFill xmlns:a="http://schemas.openxmlformats.org/drawingml/2006/main">
            <a:srgbClr val="48B9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A0C7D61-48F6-4CFB-A2B3-137B40F77FA6}"/>
              </a:ext>
            </a:extLst>
          </p:cNvPr>
          <p:cNvSpPr>
            <a:spLocks xmlns:a="http://schemas.openxmlformats.org/drawingml/2006/main" noGrp="1"/>
          </p:cNvSpPr>
          <p:nvPr/>
        </p:nvSpPr>
        <p:spPr>
          <a:xfrm xmlns:a="http://schemas.openxmlformats.org/drawingml/2006/main">
            <a:off x="4572000" y="3038475"/>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i="0">
                <a:solidFill>
                  <a:srgbClr val="F7FBF8"/>
                </a:solidFill>
              </a:defRPr>
            </a:pPr>
            <a:r>
              <a:rPr sz="1200" b="1" i="0">
                <a:solidFill>
                  <a:srgbClr val="F7FBF8"/>
                </a:solidFill>
              </a:rPr>
              <a:t>3</a:t>
            </a:r>
          </a:p>
        </p:txBody>
      </p:sp>
      <p:sp>
        <p:nvSpPr>
          <p:cNvPr id="19" name="">
            <a:extLst xmlns:a="http://schemas.openxmlformats.org/drawingml/2006/main">
              <a:ext uri="{FF2B5EF4-FFF2-40B4-BE49-F238E27FC236}">
                <a16:creationId xmlns:a16="http://schemas.microsoft.com/office/drawing/2014/main" id="{5EE3B691-1DFA-44D5-8ED7-67153C1ABFCB}"/>
              </a:ext>
            </a:extLst>
          </p:cNvPr>
          <p:cNvSpPr>
            <a:spLocks xmlns:a="http://schemas.openxmlformats.org/drawingml/2006/main" noGrp="1"/>
          </p:cNvSpPr>
          <p:nvPr/>
        </p:nvSpPr>
        <p:spPr>
          <a:xfrm xmlns:a="http://schemas.openxmlformats.org/drawingml/2006/main">
            <a:off x="4152900" y="3638550"/>
            <a:ext cx="1276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75" b="1" i="0">
                <a:solidFill>
                  <a:srgbClr val="163C2C"/>
                </a:solidFill>
              </a:defRPr>
            </a:pPr>
            <a:r>
              <a:rPr sz="1275" b="1" i="0">
                <a:solidFill>
                  <a:srgbClr val="163C2C"/>
                </a:solidFill>
              </a:rPr>
              <a:t>TOOL</a:t>
            </a:r>
          </a:p>
        </p:txBody>
      </p:sp>
      <p:sp>
        <p:nvSpPr>
          <p:cNvPr id="20" name="">
            <a:extLst xmlns:a="http://schemas.openxmlformats.org/drawingml/2006/main">
              <a:ext uri="{FF2B5EF4-FFF2-40B4-BE49-F238E27FC236}">
                <a16:creationId xmlns:a16="http://schemas.microsoft.com/office/drawing/2014/main" id="{47E38318-9423-47D6-B13E-CE8D8503CC23}"/>
              </a:ext>
            </a:extLst>
          </p:cNvPr>
          <p:cNvSpPr>
            <a:spLocks xmlns:a="http://schemas.openxmlformats.org/drawingml/2006/main" noGrp="1"/>
          </p:cNvSpPr>
          <p:nvPr/>
        </p:nvSpPr>
        <p:spPr>
          <a:xfrm xmlns:a="http://schemas.openxmlformats.org/drawingml/2006/main">
            <a:off x="4152900" y="3943350"/>
            <a:ext cx="1276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0" i="0">
                <a:solidFill>
                  <a:srgbClr val="61786E"/>
                </a:solidFill>
              </a:defRPr>
            </a:pPr>
            <a:r>
              <a:rPr sz="1125" b="0" i="0">
                <a:solidFill>
                  <a:srgbClr val="61786E"/>
                </a:solidFill>
              </a:rPr>
              <a:t>15–24 min</a:t>
            </a:r>
          </a:p>
        </p:txBody>
      </p:sp>
      <p:sp>
        <p:nvSpPr>
          <p:cNvPr id="21" name="">
            <a:extLst xmlns:a="http://schemas.openxmlformats.org/drawingml/2006/main">
              <a:ext uri="{FF2B5EF4-FFF2-40B4-BE49-F238E27FC236}">
                <a16:creationId xmlns:a16="http://schemas.microsoft.com/office/drawing/2014/main" id="{1F04FF32-18F9-4C0C-A092-719619C67D5D}"/>
              </a:ext>
            </a:extLst>
          </p:cNvPr>
          <p:cNvSpPr>
            <a:spLocks xmlns:a="http://schemas.openxmlformats.org/drawingml/2006/main" noGrp="1"/>
          </p:cNvSpPr>
          <p:nvPr/>
        </p:nvSpPr>
        <p:spPr>
          <a:xfrm xmlns:a="http://schemas.openxmlformats.org/drawingml/2006/main">
            <a:off x="6419850" y="2943225"/>
            <a:ext cx="438150" cy="438150"/>
          </a:xfrm>
          <a:prstGeom xmlns:a="http://schemas.openxmlformats.org/drawingml/2006/main" prst="ellipse">
            <a:avLst/>
          </a:prstGeom>
          <a:solidFill xmlns:a="http://schemas.openxmlformats.org/drawingml/2006/main">
            <a:srgbClr val="6FAF8D"/>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D1373D5-680B-4C51-8177-0075EAF04AD7}"/>
              </a:ext>
            </a:extLst>
          </p:cNvPr>
          <p:cNvSpPr>
            <a:spLocks xmlns:a="http://schemas.openxmlformats.org/drawingml/2006/main" noGrp="1"/>
          </p:cNvSpPr>
          <p:nvPr/>
        </p:nvSpPr>
        <p:spPr>
          <a:xfrm xmlns:a="http://schemas.openxmlformats.org/drawingml/2006/main">
            <a:off x="6419850" y="3038475"/>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i="0">
                <a:solidFill>
                  <a:srgbClr val="F7FBF8"/>
                </a:solidFill>
              </a:defRPr>
            </a:pPr>
            <a:r>
              <a:rPr sz="1200" b="1" i="0">
                <a:solidFill>
                  <a:srgbClr val="F7FBF8"/>
                </a:solidFill>
              </a:rPr>
              <a:t>4</a:t>
            </a:r>
          </a:p>
        </p:txBody>
      </p:sp>
      <p:sp>
        <p:nvSpPr>
          <p:cNvPr id="23" name="">
            <a:extLst xmlns:a="http://schemas.openxmlformats.org/drawingml/2006/main">
              <a:ext uri="{FF2B5EF4-FFF2-40B4-BE49-F238E27FC236}">
                <a16:creationId xmlns:a16="http://schemas.microsoft.com/office/drawing/2014/main" id="{CF8AEE22-6180-4782-AA92-69BF9DEBD433}"/>
              </a:ext>
            </a:extLst>
          </p:cNvPr>
          <p:cNvSpPr>
            <a:spLocks xmlns:a="http://schemas.openxmlformats.org/drawingml/2006/main" noGrp="1"/>
          </p:cNvSpPr>
          <p:nvPr/>
        </p:nvSpPr>
        <p:spPr>
          <a:xfrm xmlns:a="http://schemas.openxmlformats.org/drawingml/2006/main">
            <a:off x="6000750" y="3638550"/>
            <a:ext cx="1276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75" b="1" i="0">
                <a:solidFill>
                  <a:srgbClr val="163C2C"/>
                </a:solidFill>
              </a:defRPr>
            </a:pPr>
            <a:r>
              <a:rPr sz="1275" b="1" i="0">
                <a:solidFill>
                  <a:srgbClr val="163C2C"/>
                </a:solidFill>
              </a:rPr>
              <a:t>VOICE</a:t>
            </a:r>
          </a:p>
        </p:txBody>
      </p:sp>
      <p:sp>
        <p:nvSpPr>
          <p:cNvPr id="24" name="">
            <a:extLst xmlns:a="http://schemas.openxmlformats.org/drawingml/2006/main">
              <a:ext uri="{FF2B5EF4-FFF2-40B4-BE49-F238E27FC236}">
                <a16:creationId xmlns:a16="http://schemas.microsoft.com/office/drawing/2014/main" id="{90C76D21-830B-46BD-BF1D-353C43D68A2E}"/>
              </a:ext>
            </a:extLst>
          </p:cNvPr>
          <p:cNvSpPr>
            <a:spLocks xmlns:a="http://schemas.openxmlformats.org/drawingml/2006/main" noGrp="1"/>
          </p:cNvSpPr>
          <p:nvPr/>
        </p:nvSpPr>
        <p:spPr>
          <a:xfrm xmlns:a="http://schemas.openxmlformats.org/drawingml/2006/main">
            <a:off x="6000750" y="3943350"/>
            <a:ext cx="1276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0" i="0">
                <a:solidFill>
                  <a:srgbClr val="61786E"/>
                </a:solidFill>
              </a:defRPr>
            </a:pPr>
            <a:r>
              <a:rPr sz="1125" b="0" i="0">
                <a:solidFill>
                  <a:srgbClr val="61786E"/>
                </a:solidFill>
              </a:rPr>
              <a:t>24–35 min</a:t>
            </a:r>
          </a:p>
        </p:txBody>
      </p:sp>
      <p:sp>
        <p:nvSpPr>
          <p:cNvPr id="25" name="">
            <a:extLst xmlns:a="http://schemas.openxmlformats.org/drawingml/2006/main">
              <a:ext uri="{FF2B5EF4-FFF2-40B4-BE49-F238E27FC236}">
                <a16:creationId xmlns:a16="http://schemas.microsoft.com/office/drawing/2014/main" id="{FFF9D97E-13A7-4436-B70D-2250CF7BF490}"/>
              </a:ext>
            </a:extLst>
          </p:cNvPr>
          <p:cNvSpPr>
            <a:spLocks xmlns:a="http://schemas.openxmlformats.org/drawingml/2006/main" noGrp="1"/>
          </p:cNvSpPr>
          <p:nvPr/>
        </p:nvSpPr>
        <p:spPr>
          <a:xfrm xmlns:a="http://schemas.openxmlformats.org/drawingml/2006/main">
            <a:off x="8267700" y="2943225"/>
            <a:ext cx="438150" cy="438150"/>
          </a:xfrm>
          <a:prstGeom xmlns:a="http://schemas.openxmlformats.org/drawingml/2006/main" prst="ellipse">
            <a:avLst/>
          </a:prstGeom>
          <a:solidFill xmlns:a="http://schemas.openxmlformats.org/drawingml/2006/main">
            <a:srgbClr val="D05B6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4A307DC-8764-41CC-9378-8ED552856B76}"/>
              </a:ext>
            </a:extLst>
          </p:cNvPr>
          <p:cNvSpPr>
            <a:spLocks xmlns:a="http://schemas.openxmlformats.org/drawingml/2006/main" noGrp="1"/>
          </p:cNvSpPr>
          <p:nvPr/>
        </p:nvSpPr>
        <p:spPr>
          <a:xfrm xmlns:a="http://schemas.openxmlformats.org/drawingml/2006/main">
            <a:off x="8267700" y="3038475"/>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i="0">
                <a:solidFill>
                  <a:srgbClr val="F7FBF8"/>
                </a:solidFill>
              </a:defRPr>
            </a:pPr>
            <a:r>
              <a:rPr sz="1200" b="1" i="0">
                <a:solidFill>
                  <a:srgbClr val="F7FBF8"/>
                </a:solidFill>
              </a:rPr>
              <a:t>5</a:t>
            </a:r>
          </a:p>
        </p:txBody>
      </p:sp>
      <p:sp>
        <p:nvSpPr>
          <p:cNvPr id="27" name="">
            <a:extLst xmlns:a="http://schemas.openxmlformats.org/drawingml/2006/main">
              <a:ext uri="{FF2B5EF4-FFF2-40B4-BE49-F238E27FC236}">
                <a16:creationId xmlns:a16="http://schemas.microsoft.com/office/drawing/2014/main" id="{A91A9DA3-D594-4CBF-9731-383046D250D1}"/>
              </a:ext>
            </a:extLst>
          </p:cNvPr>
          <p:cNvSpPr>
            <a:spLocks xmlns:a="http://schemas.openxmlformats.org/drawingml/2006/main" noGrp="1"/>
          </p:cNvSpPr>
          <p:nvPr/>
        </p:nvSpPr>
        <p:spPr>
          <a:xfrm xmlns:a="http://schemas.openxmlformats.org/drawingml/2006/main">
            <a:off x="7848600" y="3638550"/>
            <a:ext cx="1276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75" b="1" i="0">
                <a:solidFill>
                  <a:srgbClr val="163C2C"/>
                </a:solidFill>
              </a:defRPr>
            </a:pPr>
            <a:r>
              <a:rPr sz="1275" b="1" i="0">
                <a:solidFill>
                  <a:srgbClr val="163C2C"/>
                </a:solidFill>
              </a:rPr>
              <a:t>BREAK IT</a:t>
            </a:r>
          </a:p>
        </p:txBody>
      </p:sp>
      <p:sp>
        <p:nvSpPr>
          <p:cNvPr id="28" name="">
            <a:extLst xmlns:a="http://schemas.openxmlformats.org/drawingml/2006/main">
              <a:ext uri="{FF2B5EF4-FFF2-40B4-BE49-F238E27FC236}">
                <a16:creationId xmlns:a16="http://schemas.microsoft.com/office/drawing/2014/main" id="{E1B5ABB6-13CD-4AC0-AF5D-AA8F9D7C3CD3}"/>
              </a:ext>
            </a:extLst>
          </p:cNvPr>
          <p:cNvSpPr>
            <a:spLocks xmlns:a="http://schemas.openxmlformats.org/drawingml/2006/main" noGrp="1"/>
          </p:cNvSpPr>
          <p:nvPr/>
        </p:nvSpPr>
        <p:spPr>
          <a:xfrm xmlns:a="http://schemas.openxmlformats.org/drawingml/2006/main">
            <a:off x="7848600" y="3943350"/>
            <a:ext cx="1276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0" i="0">
                <a:solidFill>
                  <a:srgbClr val="61786E"/>
                </a:solidFill>
              </a:defRPr>
            </a:pPr>
            <a:r>
              <a:rPr sz="1125" b="0" i="0">
                <a:solidFill>
                  <a:srgbClr val="61786E"/>
                </a:solidFill>
              </a:rPr>
              <a:t>35–46 min</a:t>
            </a:r>
          </a:p>
        </p:txBody>
      </p:sp>
      <p:sp>
        <p:nvSpPr>
          <p:cNvPr id="29" name="">
            <a:extLst xmlns:a="http://schemas.openxmlformats.org/drawingml/2006/main">
              <a:ext uri="{FF2B5EF4-FFF2-40B4-BE49-F238E27FC236}">
                <a16:creationId xmlns:a16="http://schemas.microsoft.com/office/drawing/2014/main" id="{65BF1BAD-818F-49BB-A5BC-FD2D1517E835}"/>
              </a:ext>
            </a:extLst>
          </p:cNvPr>
          <p:cNvSpPr>
            <a:spLocks xmlns:a="http://schemas.openxmlformats.org/drawingml/2006/main" noGrp="1"/>
          </p:cNvSpPr>
          <p:nvPr/>
        </p:nvSpPr>
        <p:spPr>
          <a:xfrm xmlns:a="http://schemas.openxmlformats.org/drawingml/2006/main">
            <a:off x="10115550" y="2943225"/>
            <a:ext cx="438150" cy="438150"/>
          </a:xfrm>
          <a:prstGeom xmlns:a="http://schemas.openxmlformats.org/drawingml/2006/main" prst="ellipse">
            <a:avLst/>
          </a:prstGeom>
          <a:solidFill xmlns:a="http://schemas.openxmlformats.org/drawingml/2006/main">
            <a:srgbClr val="7FA847"/>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3F6B48C8-1271-47CF-90EB-517EE920969C}"/>
              </a:ext>
            </a:extLst>
          </p:cNvPr>
          <p:cNvSpPr>
            <a:spLocks xmlns:a="http://schemas.openxmlformats.org/drawingml/2006/main" noGrp="1"/>
          </p:cNvSpPr>
          <p:nvPr/>
        </p:nvSpPr>
        <p:spPr>
          <a:xfrm xmlns:a="http://schemas.openxmlformats.org/drawingml/2006/main">
            <a:off x="10115550" y="3038475"/>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i="0">
                <a:solidFill>
                  <a:srgbClr val="F7FBF8"/>
                </a:solidFill>
              </a:defRPr>
            </a:pPr>
            <a:r>
              <a:rPr sz="1200" b="1" i="0">
                <a:solidFill>
                  <a:srgbClr val="F7FBF8"/>
                </a:solidFill>
              </a:rPr>
              <a:t>6</a:t>
            </a:r>
          </a:p>
        </p:txBody>
      </p:sp>
      <p:sp>
        <p:nvSpPr>
          <p:cNvPr id="31" name="">
            <a:extLst xmlns:a="http://schemas.openxmlformats.org/drawingml/2006/main">
              <a:ext uri="{FF2B5EF4-FFF2-40B4-BE49-F238E27FC236}">
                <a16:creationId xmlns:a16="http://schemas.microsoft.com/office/drawing/2014/main" id="{3E8C612C-770C-467D-8AAA-BACBBB03FC32}"/>
              </a:ext>
            </a:extLst>
          </p:cNvPr>
          <p:cNvSpPr>
            <a:spLocks xmlns:a="http://schemas.openxmlformats.org/drawingml/2006/main" noGrp="1"/>
          </p:cNvSpPr>
          <p:nvPr/>
        </p:nvSpPr>
        <p:spPr>
          <a:xfrm xmlns:a="http://schemas.openxmlformats.org/drawingml/2006/main">
            <a:off x="9696450" y="3638550"/>
            <a:ext cx="1276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75" b="1" i="0">
                <a:solidFill>
                  <a:srgbClr val="163C2C"/>
                </a:solidFill>
              </a:defRPr>
            </a:pPr>
            <a:r>
              <a:rPr sz="1275" b="1" i="0">
                <a:solidFill>
                  <a:srgbClr val="163C2C"/>
                </a:solidFill>
              </a:rPr>
              <a:t>SHIP</a:t>
            </a:r>
          </a:p>
        </p:txBody>
      </p:sp>
      <p:sp>
        <p:nvSpPr>
          <p:cNvPr id="32" name="">
            <a:extLst xmlns:a="http://schemas.openxmlformats.org/drawingml/2006/main">
              <a:ext uri="{FF2B5EF4-FFF2-40B4-BE49-F238E27FC236}">
                <a16:creationId xmlns:a16="http://schemas.microsoft.com/office/drawing/2014/main" id="{0BAFF7B9-1EDC-4BE9-B602-6FEE33A9243A}"/>
              </a:ext>
            </a:extLst>
          </p:cNvPr>
          <p:cNvSpPr>
            <a:spLocks xmlns:a="http://schemas.openxmlformats.org/drawingml/2006/main" noGrp="1"/>
          </p:cNvSpPr>
          <p:nvPr/>
        </p:nvSpPr>
        <p:spPr>
          <a:xfrm xmlns:a="http://schemas.openxmlformats.org/drawingml/2006/main">
            <a:off x="9696450" y="3943350"/>
            <a:ext cx="1276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0" i="0">
                <a:solidFill>
                  <a:srgbClr val="61786E"/>
                </a:solidFill>
              </a:defRPr>
            </a:pPr>
            <a:r>
              <a:rPr sz="1125" b="0" i="0">
                <a:solidFill>
                  <a:srgbClr val="61786E"/>
                </a:solidFill>
              </a:rPr>
              <a:t>46–58 min</a:t>
            </a:r>
          </a:p>
        </p:txBody>
      </p:sp>
    </p:spTree>
    <p:extLst>
      <p:ext uri="{BB962C8B-B14F-4D97-AF65-F5344CB8AC3E}">
        <p14:creationId xmlns:p14="http://schemas.microsoft.com/office/powerpoint/2010/main" val="2010121522"/>
      </p:ext>
    </p:extLst>
  </p:cSld>
</p:sld>
</file>

<file path=ppt/slides/slide6.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9F30CBBD-E69A-42DF-AA5A-315717791E64}"/>
              </a:ext>
            </a:extLst>
          </p:cNvPr>
          <p:cNvSpPr>
            <a:spLocks xmlns:a="http://schemas.openxmlformats.org/drawingml/2006/main" noGrp="1"/>
          </p:cNvSpPr>
          <p:nvPr/>
        </p:nvSpPr>
        <p:spPr>
          <a:xfrm xmlns:a="http://schemas.openxmlformats.org/drawingml/2006/main">
            <a:off x="685800" y="514350"/>
            <a:ext cx="76200" cy="285750"/>
          </a:xfrm>
          <a:prstGeom xmlns:a="http://schemas.openxmlformats.org/drawingml/2006/main" prst="roundRect">
            <a:avLst>
              <a:gd name="adj" fmla="val 50000"/>
            </a:avLst>
          </a:prstGeom>
          <a:solidFill xmlns:a="http://schemas.openxmlformats.org/drawingml/2006/main">
            <a:srgbClr val="7FA84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CED0DAC-A1B5-41BF-B7FC-49D7CB8D77F1}"/>
              </a:ext>
            </a:extLst>
          </p:cNvPr>
          <p:cNvSpPr>
            <a:spLocks xmlns:a="http://schemas.openxmlformats.org/drawingml/2006/main" noGrp="1"/>
          </p:cNvSpPr>
          <p:nvPr/>
        </p:nvSpPr>
        <p:spPr>
          <a:xfrm xmlns:a="http://schemas.openxmlformats.org/drawingml/2006/main">
            <a:off x="895350" y="5048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i="0">
                <a:solidFill>
                  <a:srgbClr val="7FA847"/>
                </a:solidFill>
              </a:defRPr>
            </a:pPr>
            <a:r>
              <a:rPr sz="1125" b="1" i="0">
                <a:solidFill>
                  <a:srgbClr val="7FA847"/>
                </a:solidFill>
              </a:rPr>
              <a:t>Build along</a:t>
            </a:r>
          </a:p>
        </p:txBody>
      </p:sp>
      <p:sp>
        <p:nvSpPr>
          <p:cNvPr id="3" name="">
            <a:extLst xmlns:a="http://schemas.openxmlformats.org/drawingml/2006/main">
              <a:ext uri="{FF2B5EF4-FFF2-40B4-BE49-F238E27FC236}">
                <a16:creationId xmlns:a16="http://schemas.microsoft.com/office/drawing/2014/main" id="{88F61157-34B8-4793-8960-E5E4B42F225C}"/>
              </a:ext>
            </a:extLst>
          </p:cNvPr>
          <p:cNvSpPr>
            <a:spLocks xmlns:a="http://schemas.openxmlformats.org/drawingml/2006/main" noGrp="1"/>
          </p:cNvSpPr>
          <p:nvPr/>
        </p:nvSpPr>
        <p:spPr>
          <a:xfrm xmlns:a="http://schemas.openxmlformats.org/drawingml/2006/main">
            <a:off x="685800" y="933450"/>
            <a:ext cx="1082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i="0">
                <a:solidFill>
                  <a:srgbClr val="163C2C"/>
                </a:solidFill>
              </a:defRPr>
            </a:pPr>
            <a:r>
              <a:rPr sz="3150" b="1" i="0">
                <a:solidFill>
                  <a:srgbClr val="163C2C"/>
                </a:solidFill>
              </a:rPr>
              <a:t>An agent is a model with a job and tools</a:t>
            </a:r>
          </a:p>
        </p:txBody>
      </p:sp>
      <p:sp>
        <p:nvSpPr>
          <p:cNvPr id="4" name="">
            <a:extLst xmlns:a="http://schemas.openxmlformats.org/drawingml/2006/main">
              <a:ext uri="{FF2B5EF4-FFF2-40B4-BE49-F238E27FC236}">
                <a16:creationId xmlns:a16="http://schemas.microsoft.com/office/drawing/2014/main" id="{DD5130CA-419F-4E6B-AC19-17F2F441E317}"/>
              </a:ext>
            </a:extLst>
          </p:cNvPr>
          <p:cNvSpPr>
            <a:spLocks xmlns:a="http://schemas.openxmlformats.org/drawingml/2006/main" noGrp="1"/>
          </p:cNvSpPr>
          <p:nvPr/>
        </p:nvSpPr>
        <p:spPr>
          <a:xfrm xmlns:a="http://schemas.openxmlformats.org/drawingml/2006/main">
            <a:off x="685800" y="156210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Start with the smallest thing that can answer.</a:t>
            </a:r>
          </a:p>
        </p:txBody>
      </p:sp>
      <p:sp>
        <p:nvSpPr>
          <p:cNvPr id="5" name="">
            <a:extLst xmlns:a="http://schemas.openxmlformats.org/drawingml/2006/main">
              <a:ext uri="{FF2B5EF4-FFF2-40B4-BE49-F238E27FC236}">
                <a16:creationId xmlns:a16="http://schemas.microsoft.com/office/drawing/2014/main" id="{D524AEE2-AEFD-4444-A3F0-3BEE20CBB753}"/>
              </a:ext>
            </a:extLst>
          </p:cNvPr>
          <p:cNvSpPr>
            <a:spLocks xmlns:a="http://schemas.openxmlformats.org/drawingml/2006/main" noGrp="1"/>
          </p:cNvSpPr>
          <p:nvPr/>
        </p:nvSpPr>
        <p:spPr>
          <a:xfrm xmlns:a="http://schemas.openxmlformats.org/drawingml/2006/main">
            <a:off x="685800" y="6448425"/>
            <a:ext cx="108204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64985FF-9F5B-4453-A382-031774D33080}"/>
              </a:ext>
            </a:extLst>
          </p:cNvPr>
          <p:cNvSpPr>
            <a:spLocks xmlns:a="http://schemas.openxmlformats.org/drawingml/2006/main" noGrp="1"/>
          </p:cNvSpPr>
          <p:nvPr/>
        </p:nvSpPr>
        <p:spPr>
          <a:xfrm xmlns:a="http://schemas.openxmlformats.org/drawingml/2006/main">
            <a:off x="685800" y="65246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00" b="1" i="0">
                <a:solidFill>
                  <a:srgbClr val="7F9389"/>
                </a:solidFill>
              </a:defRPr>
            </a:pPr>
            <a:r>
              <a:rPr sz="900" b="1" i="0">
                <a:solidFill>
                  <a:srgbClr val="7F9389"/>
                </a:solidFill>
              </a:rPr>
              <a:t>VOICE AGENTS × GOOGLE ADK</a:t>
            </a:r>
          </a:p>
        </p:txBody>
      </p:sp>
      <p:sp>
        <p:nvSpPr>
          <p:cNvPr id="7" name="">
            <a:extLst xmlns:a="http://schemas.openxmlformats.org/drawingml/2006/main">
              <a:ext uri="{FF2B5EF4-FFF2-40B4-BE49-F238E27FC236}">
                <a16:creationId xmlns:a16="http://schemas.microsoft.com/office/drawing/2014/main" id="{D21D70A2-15D1-4666-AD3E-F49D1ED46399}"/>
              </a:ext>
            </a:extLst>
          </p:cNvPr>
          <p:cNvSpPr>
            <a:spLocks xmlns:a="http://schemas.openxmlformats.org/drawingml/2006/main" noGrp="1"/>
          </p:cNvSpPr>
          <p:nvPr/>
        </p:nvSpPr>
        <p:spPr>
          <a:xfrm xmlns:a="http://schemas.openxmlformats.org/drawingml/2006/main">
            <a:off x="10972800" y="6505575"/>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00" b="1" i="0">
                <a:solidFill>
                  <a:srgbClr val="7F9389"/>
                </a:solidFill>
              </a:defRPr>
            </a:pPr>
            <a:r>
              <a:rPr sz="900" b="1" i="0">
                <a:solidFill>
                  <a:srgbClr val="7F9389"/>
                </a:solidFill>
              </a:rPr>
              <a:t>06</a:t>
            </a:r>
          </a:p>
        </p:txBody>
      </p:sp>
      <p:sp>
        <p:nvSpPr>
          <p:cNvPr id="8" name="">
            <a:extLst xmlns:a="http://schemas.openxmlformats.org/drawingml/2006/main">
              <a:ext uri="{FF2B5EF4-FFF2-40B4-BE49-F238E27FC236}">
                <a16:creationId xmlns:a16="http://schemas.microsoft.com/office/drawing/2014/main" id="{6228BDC0-315D-4685-8E3E-059F7576DDE6}"/>
              </a:ext>
            </a:extLst>
          </p:cNvPr>
          <p:cNvSpPr>
            <a:spLocks xmlns:a="http://schemas.openxmlformats.org/drawingml/2006/main" noGrp="1"/>
          </p:cNvSpPr>
          <p:nvPr/>
        </p:nvSpPr>
        <p:spPr>
          <a:xfrm xmlns:a="http://schemas.openxmlformats.org/drawingml/2006/main">
            <a:off x="685800" y="2171700"/>
            <a:ext cx="6534150" cy="3371850"/>
          </a:xfrm>
          <a:prstGeom xmlns:a="http://schemas.openxmlformats.org/drawingml/2006/main" prst="roundRect">
            <a:avLst>
              <a:gd name="adj" fmla="val 2260"/>
            </a:avLst>
          </a:prstGeom>
          <a:solidFill xmlns:a="http://schemas.openxmlformats.org/drawingml/2006/main">
            <a:srgbClr val="103428"/>
          </a:solidFill>
          <a:ln xmlns:a="http://schemas.openxmlformats.org/drawingml/2006/main" w="9525">
            <a:solidFill>
              <a:srgbClr val="C9DED2"/>
            </a:solidFill>
            <a:prstDash val="solid"/>
          </a:ln>
        </p:spPr>
      </p:sp>
      <p:sp>
        <p:nvSpPr>
          <p:cNvPr id="9" name="">
            <a:extLst xmlns:a="http://schemas.openxmlformats.org/drawingml/2006/main">
              <a:ext uri="{FF2B5EF4-FFF2-40B4-BE49-F238E27FC236}">
                <a16:creationId xmlns:a16="http://schemas.microsoft.com/office/drawing/2014/main" id="{FAD03E21-42FB-40A3-AF75-CDC4734D9E12}"/>
              </a:ext>
            </a:extLst>
          </p:cNvPr>
          <p:cNvSpPr>
            <a:spLocks xmlns:a="http://schemas.openxmlformats.org/drawingml/2006/main" noGrp="1"/>
          </p:cNvSpPr>
          <p:nvPr/>
        </p:nvSpPr>
        <p:spPr>
          <a:xfrm xmlns:a="http://schemas.openxmlformats.org/drawingml/2006/main">
            <a:off x="685800" y="2171700"/>
            <a:ext cx="66675" cy="33718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8AD25DD-CF1C-4EAB-A746-F83D6A955105}"/>
              </a:ext>
            </a:extLst>
          </p:cNvPr>
          <p:cNvSpPr>
            <a:spLocks xmlns:a="http://schemas.openxmlformats.org/drawingml/2006/main" noGrp="1"/>
          </p:cNvSpPr>
          <p:nvPr/>
        </p:nvSpPr>
        <p:spPr>
          <a:xfrm xmlns:a="http://schemas.openxmlformats.org/drawingml/2006/main">
            <a:off x="914400" y="2343150"/>
            <a:ext cx="95250" cy="95250"/>
          </a:xfrm>
          <a:prstGeom xmlns:a="http://schemas.openxmlformats.org/drawingml/2006/main" prst="ellipse">
            <a:avLst/>
          </a:prstGeom>
          <a:solidFill xmlns:a="http://schemas.openxmlformats.org/drawingml/2006/main">
            <a:srgbClr val="D05B6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AFB9054-E74A-4315-B082-41D1D8193F42}"/>
              </a:ext>
            </a:extLst>
          </p:cNvPr>
          <p:cNvSpPr>
            <a:spLocks xmlns:a="http://schemas.openxmlformats.org/drawingml/2006/main" noGrp="1"/>
          </p:cNvSpPr>
          <p:nvPr/>
        </p:nvSpPr>
        <p:spPr>
          <a:xfrm xmlns:a="http://schemas.openxmlformats.org/drawingml/2006/main">
            <a:off x="1085850" y="2343150"/>
            <a:ext cx="95250" cy="95250"/>
          </a:xfrm>
          <a:prstGeom xmlns:a="http://schemas.openxmlformats.org/drawingml/2006/main" prst="ellipse">
            <a:avLst/>
          </a:prstGeom>
          <a:solidFill xmlns:a="http://schemas.openxmlformats.org/drawingml/2006/main">
            <a:srgbClr val="7FA84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49606A6-D6CC-495A-8C68-6AB9336E41F4}"/>
              </a:ext>
            </a:extLst>
          </p:cNvPr>
          <p:cNvSpPr>
            <a:spLocks xmlns:a="http://schemas.openxmlformats.org/drawingml/2006/main" noGrp="1"/>
          </p:cNvSpPr>
          <p:nvPr/>
        </p:nvSpPr>
        <p:spPr>
          <a:xfrm xmlns:a="http://schemas.openxmlformats.org/drawingml/2006/main">
            <a:off x="1257300" y="2343150"/>
            <a:ext cx="95250" cy="95250"/>
          </a:xfrm>
          <a:prstGeom xmlns:a="http://schemas.openxmlformats.org/drawingml/2006/main" prst="ellipse">
            <a:avLst/>
          </a:prstGeom>
          <a:solidFill xmlns:a="http://schemas.openxmlformats.org/drawingml/2006/main">
            <a:srgbClr val="48B985"/>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E1276AB-EA3C-412B-9E48-CA43CFD705EC}"/>
              </a:ext>
            </a:extLst>
          </p:cNvPr>
          <p:cNvSpPr>
            <a:spLocks xmlns:a="http://schemas.openxmlformats.org/drawingml/2006/main" noGrp="1"/>
          </p:cNvSpPr>
          <p:nvPr/>
        </p:nvSpPr>
        <p:spPr>
          <a:xfrm xmlns:a="http://schemas.openxmlformats.org/drawingml/2006/main">
            <a:off x="933450" y="2647950"/>
            <a:ext cx="6057900" cy="2781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0" i="0">
                <a:solidFill>
                  <a:srgbClr val="F7FBF8"/>
                </a:solidFill>
              </a:defRPr>
            </a:pPr>
            <a:r>
              <a:rPr sz="1200" b="0" i="0">
                <a:solidFill>
                  <a:srgbClr val="F7FBF8"/>
                </a:solidFill>
              </a:rPr>
              <a:t>from google.adk.agents import Agent</a:t>
            </a:r>
          </a:p>
          <a:p xmlns:a="http://schemas.openxmlformats.org/drawingml/2006/main">
            <a:pPr algn="l">
              <a:buNone/>
              <a:defRPr sz="1200" b="0" i="0">
                <a:solidFill>
                  <a:srgbClr val="F7FBF8"/>
                </a:solidFill>
              </a:defRPr>
            </a:pPr>
            <a:r>
              <a:rPr sz="1200" b="0" i="0">
                <a:solidFill>
                  <a:srgbClr val="F7FBF8"/>
                </a:solidFill>
              </a:rPr>
              <a:t>from adk_voice_workshop.config import text_model</a:t>
            </a:r>
          </a:p>
          <a:p xmlns:a="http://schemas.openxmlformats.org/drawingml/2006/main">
            <a:r>
              <a:t/>
            </a:r>
          </a:p>
          <a:p xmlns:a="http://schemas.openxmlformats.org/drawingml/2006/main">
            <a:pPr algn="l">
              <a:buNone/>
              <a:defRPr sz="1200" b="0" i="0">
                <a:solidFill>
                  <a:srgbClr val="F7FBF8"/>
                </a:solidFill>
              </a:defRPr>
            </a:pPr>
            <a:r>
              <a:rPr sz="1200" b="0" i="0">
                <a:solidFill>
                  <a:srgbClr val="F7FBF8"/>
                </a:solidFill>
              </a:rPr>
              <a:t>root_agent = Agent(</a:t>
            </a:r>
          </a:p>
          <a:p xmlns:a="http://schemas.openxmlformats.org/drawingml/2006/main">
            <a:pPr algn="l">
              <a:buNone/>
              <a:defRPr sz="1200" b="0" i="0">
                <a:solidFill>
                  <a:srgbClr val="F7FBF8"/>
                </a:solidFill>
              </a:defRPr>
            </a:pPr>
            <a:r>
              <a:rPr sz="1200" b="0" i="0">
                <a:solidFill>
                  <a:srgbClr val="F7FBF8"/>
                </a:solidFill>
              </a:rPr>
              <a:t>    name="room_agent",</a:t>
            </a:r>
          </a:p>
          <a:p xmlns:a="http://schemas.openxmlformats.org/drawingml/2006/main">
            <a:pPr algn="l">
              <a:buNone/>
              <a:defRPr sz="1200" b="0" i="0">
                <a:solidFill>
                  <a:srgbClr val="F7FBF8"/>
                </a:solidFill>
              </a:defRPr>
            </a:pPr>
            <a:r>
              <a:rPr sz="1200" b="0" i="0">
                <a:solidFill>
                  <a:srgbClr val="F7FBF8"/>
                </a:solidFill>
              </a:rPr>
              <a:t>    model=text_model(),</a:t>
            </a:r>
          </a:p>
          <a:p xmlns:a="http://schemas.openxmlformats.org/drawingml/2006/main">
            <a:pPr algn="l">
              <a:buNone/>
              <a:defRPr sz="1200" b="0" i="0">
                <a:solidFill>
                  <a:srgbClr val="F7FBF8"/>
                </a:solidFill>
              </a:defRPr>
            </a:pPr>
            <a:r>
              <a:rPr sz="1200" b="0" i="0">
                <a:solidFill>
                  <a:srgbClr val="F7FBF8"/>
                </a:solidFill>
              </a:rPr>
              <a:t>    instruction="Help people find a room.",</a:t>
            </a:r>
          </a:p>
          <a:p xmlns:a="http://schemas.openxmlformats.org/drawingml/2006/main">
            <a:pPr algn="l">
              <a:buNone/>
              <a:defRPr sz="1200" b="0" i="0">
                <a:solidFill>
                  <a:srgbClr val="F7FBF8"/>
                </a:solidFill>
              </a:defRPr>
            </a:pPr>
            <a:r>
              <a:rPr sz="1200" b="0" i="0">
                <a:solidFill>
                  <a:srgbClr val="F7FBF8"/>
                </a:solidFill>
              </a:rPr>
              <a:t>)</a:t>
            </a:r>
          </a:p>
        </p:txBody>
      </p:sp>
      <p:sp>
        <p:nvSpPr>
          <p:cNvPr id="14" name="">
            <a:extLst xmlns:a="http://schemas.openxmlformats.org/drawingml/2006/main">
              <a:ext uri="{FF2B5EF4-FFF2-40B4-BE49-F238E27FC236}">
                <a16:creationId xmlns:a16="http://schemas.microsoft.com/office/drawing/2014/main" id="{6A160DEF-D9BA-4E8B-9C34-4EB81F5EE263}"/>
              </a:ext>
            </a:extLst>
          </p:cNvPr>
          <p:cNvSpPr>
            <a:spLocks xmlns:a="http://schemas.openxmlformats.org/drawingml/2006/main" noGrp="1"/>
          </p:cNvSpPr>
          <p:nvPr/>
        </p:nvSpPr>
        <p:spPr>
          <a:xfrm xmlns:a="http://schemas.openxmlformats.org/drawingml/2006/main">
            <a:off x="7867650" y="22479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i="0">
                <a:solidFill>
                  <a:srgbClr val="159A64"/>
                </a:solidFill>
              </a:defRPr>
            </a:pPr>
            <a:r>
              <a:rPr sz="1800" b="1" i="0">
                <a:solidFill>
                  <a:srgbClr val="159A64"/>
                </a:solidFill>
              </a:rPr>
              <a:t>Three decisions</a:t>
            </a:r>
          </a:p>
        </p:txBody>
      </p:sp>
      <p:sp>
        <p:nvSpPr>
          <p:cNvPr id="15" name="">
            <a:extLst xmlns:a="http://schemas.openxmlformats.org/drawingml/2006/main">
              <a:ext uri="{FF2B5EF4-FFF2-40B4-BE49-F238E27FC236}">
                <a16:creationId xmlns:a16="http://schemas.microsoft.com/office/drawing/2014/main" id="{F815E13D-628D-4E71-8D75-1E53E1949350}"/>
              </a:ext>
            </a:extLst>
          </p:cNvPr>
          <p:cNvSpPr>
            <a:spLocks xmlns:a="http://schemas.openxmlformats.org/drawingml/2006/main" noGrp="1"/>
          </p:cNvSpPr>
          <p:nvPr/>
        </p:nvSpPr>
        <p:spPr>
          <a:xfrm xmlns:a="http://schemas.openxmlformats.org/drawingml/2006/main">
            <a:off x="7867650" y="287655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i="0">
                <a:solidFill>
                  <a:srgbClr val="61786E"/>
                </a:solidFill>
              </a:defRPr>
            </a:pPr>
            <a:r>
              <a:rPr sz="1350" b="0" i="0">
                <a:solidFill>
                  <a:srgbClr val="61786E"/>
                </a:solidFill>
              </a:rPr>
              <a:t>name</a:t>
            </a:r>
          </a:p>
        </p:txBody>
      </p:sp>
      <p:sp>
        <p:nvSpPr>
          <p:cNvPr id="16" name="">
            <a:extLst xmlns:a="http://schemas.openxmlformats.org/drawingml/2006/main">
              <a:ext uri="{FF2B5EF4-FFF2-40B4-BE49-F238E27FC236}">
                <a16:creationId xmlns:a16="http://schemas.microsoft.com/office/drawing/2014/main" id="{293DEC1E-9205-41F9-9C4D-EB5978BE2A2A}"/>
              </a:ext>
            </a:extLst>
          </p:cNvPr>
          <p:cNvSpPr>
            <a:spLocks xmlns:a="http://schemas.openxmlformats.org/drawingml/2006/main" noGrp="1"/>
          </p:cNvSpPr>
          <p:nvPr/>
        </p:nvSpPr>
        <p:spPr>
          <a:xfrm xmlns:a="http://schemas.openxmlformats.org/drawingml/2006/main">
            <a:off x="8991600" y="285750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163C2C"/>
                </a:solidFill>
              </a:defRPr>
            </a:pPr>
            <a:r>
              <a:rPr sz="1500" b="0" i="0">
                <a:solidFill>
                  <a:srgbClr val="163C2C"/>
                </a:solidFill>
              </a:rPr>
              <a:t>identity in the app</a:t>
            </a:r>
          </a:p>
        </p:txBody>
      </p:sp>
      <p:sp>
        <p:nvSpPr>
          <p:cNvPr id="17" name="">
            <a:extLst xmlns:a="http://schemas.openxmlformats.org/drawingml/2006/main">
              <a:ext uri="{FF2B5EF4-FFF2-40B4-BE49-F238E27FC236}">
                <a16:creationId xmlns:a16="http://schemas.microsoft.com/office/drawing/2014/main" id="{8632B624-F226-4F35-A513-33DE460C32C2}"/>
              </a:ext>
            </a:extLst>
          </p:cNvPr>
          <p:cNvSpPr>
            <a:spLocks xmlns:a="http://schemas.openxmlformats.org/drawingml/2006/main" noGrp="1"/>
          </p:cNvSpPr>
          <p:nvPr/>
        </p:nvSpPr>
        <p:spPr>
          <a:xfrm xmlns:a="http://schemas.openxmlformats.org/drawingml/2006/main">
            <a:off x="7867650" y="352425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i="0">
                <a:solidFill>
                  <a:srgbClr val="61786E"/>
                </a:solidFill>
              </a:defRPr>
            </a:pPr>
            <a:r>
              <a:rPr sz="1350" b="0" i="0">
                <a:solidFill>
                  <a:srgbClr val="61786E"/>
                </a:solidFill>
              </a:rPr>
              <a:t>model</a:t>
            </a:r>
          </a:p>
        </p:txBody>
      </p:sp>
      <p:sp>
        <p:nvSpPr>
          <p:cNvPr id="18" name="">
            <a:extLst xmlns:a="http://schemas.openxmlformats.org/drawingml/2006/main">
              <a:ext uri="{FF2B5EF4-FFF2-40B4-BE49-F238E27FC236}">
                <a16:creationId xmlns:a16="http://schemas.microsoft.com/office/drawing/2014/main" id="{43D97D09-5874-469A-A079-314E092F2D8C}"/>
              </a:ext>
            </a:extLst>
          </p:cNvPr>
          <p:cNvSpPr>
            <a:spLocks xmlns:a="http://schemas.openxmlformats.org/drawingml/2006/main" noGrp="1"/>
          </p:cNvSpPr>
          <p:nvPr/>
        </p:nvSpPr>
        <p:spPr>
          <a:xfrm xmlns:a="http://schemas.openxmlformats.org/drawingml/2006/main">
            <a:off x="8991600" y="350520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163C2C"/>
                </a:solidFill>
              </a:defRPr>
            </a:pPr>
            <a:r>
              <a:rPr sz="1500" b="0" i="0">
                <a:solidFill>
                  <a:srgbClr val="163C2C"/>
                </a:solidFill>
              </a:rPr>
              <a:t>text model first</a:t>
            </a:r>
          </a:p>
        </p:txBody>
      </p:sp>
      <p:sp>
        <p:nvSpPr>
          <p:cNvPr id="19" name="">
            <a:extLst xmlns:a="http://schemas.openxmlformats.org/drawingml/2006/main">
              <a:ext uri="{FF2B5EF4-FFF2-40B4-BE49-F238E27FC236}">
                <a16:creationId xmlns:a16="http://schemas.microsoft.com/office/drawing/2014/main" id="{4719952C-2C4E-49BE-BE11-D0295CAB1D4E}"/>
              </a:ext>
            </a:extLst>
          </p:cNvPr>
          <p:cNvSpPr>
            <a:spLocks xmlns:a="http://schemas.openxmlformats.org/drawingml/2006/main" noGrp="1"/>
          </p:cNvSpPr>
          <p:nvPr/>
        </p:nvSpPr>
        <p:spPr>
          <a:xfrm xmlns:a="http://schemas.openxmlformats.org/drawingml/2006/main">
            <a:off x="7867650" y="4171950"/>
            <a:ext cx="12192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i="0">
                <a:solidFill>
                  <a:srgbClr val="61786E"/>
                </a:solidFill>
              </a:defRPr>
            </a:pPr>
            <a:r>
              <a:rPr sz="1275" b="0" i="0">
                <a:solidFill>
                  <a:srgbClr val="61786E"/>
                </a:solidFill>
              </a:rPr>
              <a:t>instruction</a:t>
            </a:r>
          </a:p>
        </p:txBody>
      </p:sp>
      <p:sp>
        <p:nvSpPr>
          <p:cNvPr id="20" name="">
            <a:extLst xmlns:a="http://schemas.openxmlformats.org/drawingml/2006/main">
              <a:ext uri="{FF2B5EF4-FFF2-40B4-BE49-F238E27FC236}">
                <a16:creationId xmlns:a16="http://schemas.microsoft.com/office/drawing/2014/main" id="{D4BB9C4E-D86B-408E-AFEB-CD37EC29A468}"/>
              </a:ext>
            </a:extLst>
          </p:cNvPr>
          <p:cNvSpPr>
            <a:spLocks xmlns:a="http://schemas.openxmlformats.org/drawingml/2006/main" noGrp="1"/>
          </p:cNvSpPr>
          <p:nvPr/>
        </p:nvSpPr>
        <p:spPr>
          <a:xfrm xmlns:a="http://schemas.openxmlformats.org/drawingml/2006/main">
            <a:off x="9277350" y="41529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0" i="0">
                <a:solidFill>
                  <a:srgbClr val="163C2C"/>
                </a:solidFill>
              </a:defRPr>
            </a:pPr>
            <a:r>
              <a:rPr sz="1425" b="0" i="0">
                <a:solidFill>
                  <a:srgbClr val="163C2C"/>
                </a:solidFill>
              </a:rPr>
              <a:t>behavior boundary</a:t>
            </a:r>
          </a:p>
        </p:txBody>
      </p:sp>
      <p:sp>
        <p:nvSpPr>
          <p:cNvPr id="21" name="">
            <a:extLst xmlns:a="http://schemas.openxmlformats.org/drawingml/2006/main">
              <a:ext uri="{FF2B5EF4-FFF2-40B4-BE49-F238E27FC236}">
                <a16:creationId xmlns:a16="http://schemas.microsoft.com/office/drawing/2014/main" id="{C14EE8B4-249B-4B76-97DB-785EB437BC05}"/>
              </a:ext>
            </a:extLst>
          </p:cNvPr>
          <p:cNvSpPr>
            <a:spLocks xmlns:a="http://schemas.openxmlformats.org/drawingml/2006/main" noGrp="1"/>
          </p:cNvSpPr>
          <p:nvPr/>
        </p:nvSpPr>
        <p:spPr>
          <a:xfrm xmlns:a="http://schemas.openxmlformats.org/drawingml/2006/main">
            <a:off x="7810500" y="4857750"/>
            <a:ext cx="35242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9525">
            <a:solidFill>
              <a:srgbClr val="C9DED2"/>
            </a:solidFill>
            <a:prstDash val="solid"/>
          </a:ln>
        </p:spPr>
      </p:sp>
      <p:sp>
        <p:nvSpPr>
          <p:cNvPr id="22" name="">
            <a:extLst xmlns:a="http://schemas.openxmlformats.org/drawingml/2006/main">
              <a:ext uri="{FF2B5EF4-FFF2-40B4-BE49-F238E27FC236}">
                <a16:creationId xmlns:a16="http://schemas.microsoft.com/office/drawing/2014/main" id="{738E6557-BF9D-42C8-B26B-012201225113}"/>
              </a:ext>
            </a:extLst>
          </p:cNvPr>
          <p:cNvSpPr>
            <a:spLocks xmlns:a="http://schemas.openxmlformats.org/drawingml/2006/main" noGrp="1"/>
          </p:cNvSpPr>
          <p:nvPr/>
        </p:nvSpPr>
        <p:spPr>
          <a:xfrm xmlns:a="http://schemas.openxmlformats.org/drawingml/2006/main">
            <a:off x="8020050" y="5010150"/>
            <a:ext cx="3105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i="0">
                <a:solidFill>
                  <a:srgbClr val="48B985"/>
                </a:solidFill>
              </a:defRPr>
            </a:pPr>
            <a:r>
              <a:rPr sz="1275" b="1" i="0">
                <a:solidFill>
                  <a:srgbClr val="48B985"/>
                </a:solidFill>
              </a:rPr>
              <a:t>Run checkpoint 01. Ask one question.</a:t>
            </a:r>
          </a:p>
        </p:txBody>
      </p:sp>
    </p:spTree>
    <p:extLst>
      <p:ext uri="{BB962C8B-B14F-4D97-AF65-F5344CB8AC3E}">
        <p14:creationId xmlns:p14="http://schemas.microsoft.com/office/powerpoint/2010/main" val="283988879"/>
      </p:ext>
    </p:extLst>
  </p:cSld>
</p:sld>
</file>

<file path=ppt/slides/slide7.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F27BD47-2CF7-43D3-ADC0-9DB8FDFC05B3}"/>
              </a:ext>
            </a:extLst>
          </p:cNvPr>
          <p:cNvSpPr>
            <a:spLocks xmlns:a="http://schemas.openxmlformats.org/drawingml/2006/main" noGrp="1"/>
          </p:cNvSpPr>
          <p:nvPr/>
        </p:nvSpPr>
        <p:spPr>
          <a:xfrm xmlns:a="http://schemas.openxmlformats.org/drawingml/2006/main">
            <a:off x="685800" y="514350"/>
            <a:ext cx="76200" cy="28575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315C8C5-1E7F-4F4D-83E8-696FD1193883}"/>
              </a:ext>
            </a:extLst>
          </p:cNvPr>
          <p:cNvSpPr>
            <a:spLocks xmlns:a="http://schemas.openxmlformats.org/drawingml/2006/main" noGrp="1"/>
          </p:cNvSpPr>
          <p:nvPr/>
        </p:nvSpPr>
        <p:spPr>
          <a:xfrm xmlns:a="http://schemas.openxmlformats.org/drawingml/2006/main">
            <a:off x="895350" y="5048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i="0">
                <a:solidFill>
                  <a:srgbClr val="48B985"/>
                </a:solidFill>
              </a:defRPr>
            </a:pPr>
            <a:r>
              <a:rPr sz="1125" b="1" i="0">
                <a:solidFill>
                  <a:srgbClr val="48B985"/>
                </a:solidFill>
              </a:rPr>
              <a:t>Try it yourself</a:t>
            </a:r>
          </a:p>
        </p:txBody>
      </p:sp>
      <p:sp>
        <p:nvSpPr>
          <p:cNvPr id="3" name="">
            <a:extLst xmlns:a="http://schemas.openxmlformats.org/drawingml/2006/main">
              <a:ext uri="{FF2B5EF4-FFF2-40B4-BE49-F238E27FC236}">
                <a16:creationId xmlns:a16="http://schemas.microsoft.com/office/drawing/2014/main" id="{B7CB9BC7-A479-43E7-BED2-5AB898576863}"/>
              </a:ext>
            </a:extLst>
          </p:cNvPr>
          <p:cNvSpPr>
            <a:spLocks xmlns:a="http://schemas.openxmlformats.org/drawingml/2006/main" noGrp="1"/>
          </p:cNvSpPr>
          <p:nvPr/>
        </p:nvSpPr>
        <p:spPr>
          <a:xfrm xmlns:a="http://schemas.openxmlformats.org/drawingml/2006/main">
            <a:off x="685800" y="933450"/>
            <a:ext cx="1082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i="0">
                <a:solidFill>
                  <a:srgbClr val="163C2C"/>
                </a:solidFill>
              </a:defRPr>
            </a:pPr>
            <a:r>
              <a:rPr sz="3150" b="1" i="0">
                <a:solidFill>
                  <a:srgbClr val="163C2C"/>
                </a:solidFill>
              </a:rPr>
              <a:t>Make the instruction observable</a:t>
            </a:r>
          </a:p>
        </p:txBody>
      </p:sp>
      <p:sp>
        <p:nvSpPr>
          <p:cNvPr id="4" name="">
            <a:extLst xmlns:a="http://schemas.openxmlformats.org/drawingml/2006/main">
              <a:ext uri="{FF2B5EF4-FFF2-40B4-BE49-F238E27FC236}">
                <a16:creationId xmlns:a16="http://schemas.microsoft.com/office/drawing/2014/main" id="{456ECDF4-34C3-47BD-8A4C-EF286F65CFA2}"/>
              </a:ext>
            </a:extLst>
          </p:cNvPr>
          <p:cNvSpPr>
            <a:spLocks xmlns:a="http://schemas.openxmlformats.org/drawingml/2006/main" noGrp="1"/>
          </p:cNvSpPr>
          <p:nvPr/>
        </p:nvSpPr>
        <p:spPr>
          <a:xfrm xmlns:a="http://schemas.openxmlformats.org/drawingml/2006/main">
            <a:off x="685800" y="156210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Change one behavior, then prove it changed.</a:t>
            </a:r>
          </a:p>
        </p:txBody>
      </p:sp>
      <p:sp>
        <p:nvSpPr>
          <p:cNvPr id="5" name="">
            <a:extLst xmlns:a="http://schemas.openxmlformats.org/drawingml/2006/main">
              <a:ext uri="{FF2B5EF4-FFF2-40B4-BE49-F238E27FC236}">
                <a16:creationId xmlns:a16="http://schemas.microsoft.com/office/drawing/2014/main" id="{C9AE1432-D999-4BB7-8EF5-52EC9A8CFF8D}"/>
              </a:ext>
            </a:extLst>
          </p:cNvPr>
          <p:cNvSpPr>
            <a:spLocks xmlns:a="http://schemas.openxmlformats.org/drawingml/2006/main" noGrp="1"/>
          </p:cNvSpPr>
          <p:nvPr/>
        </p:nvSpPr>
        <p:spPr>
          <a:xfrm xmlns:a="http://schemas.openxmlformats.org/drawingml/2006/main">
            <a:off x="685800" y="6448425"/>
            <a:ext cx="108204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1632AAE-B6D2-4481-822B-C85891697560}"/>
              </a:ext>
            </a:extLst>
          </p:cNvPr>
          <p:cNvSpPr>
            <a:spLocks xmlns:a="http://schemas.openxmlformats.org/drawingml/2006/main" noGrp="1"/>
          </p:cNvSpPr>
          <p:nvPr/>
        </p:nvSpPr>
        <p:spPr>
          <a:xfrm xmlns:a="http://schemas.openxmlformats.org/drawingml/2006/main">
            <a:off x="685800" y="65246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00" b="1" i="0">
                <a:solidFill>
                  <a:srgbClr val="7F9389"/>
                </a:solidFill>
              </a:defRPr>
            </a:pPr>
            <a:r>
              <a:rPr sz="900" b="1" i="0">
                <a:solidFill>
                  <a:srgbClr val="7F9389"/>
                </a:solidFill>
              </a:rPr>
              <a:t>VOICE AGENTS × GOOGLE ADK</a:t>
            </a:r>
          </a:p>
        </p:txBody>
      </p:sp>
      <p:sp>
        <p:nvSpPr>
          <p:cNvPr id="7" name="">
            <a:extLst xmlns:a="http://schemas.openxmlformats.org/drawingml/2006/main">
              <a:ext uri="{FF2B5EF4-FFF2-40B4-BE49-F238E27FC236}">
                <a16:creationId xmlns:a16="http://schemas.microsoft.com/office/drawing/2014/main" id="{17A2C90F-9492-4836-8EB3-1B35A31214BC}"/>
              </a:ext>
            </a:extLst>
          </p:cNvPr>
          <p:cNvSpPr>
            <a:spLocks xmlns:a="http://schemas.openxmlformats.org/drawingml/2006/main" noGrp="1"/>
          </p:cNvSpPr>
          <p:nvPr/>
        </p:nvSpPr>
        <p:spPr>
          <a:xfrm xmlns:a="http://schemas.openxmlformats.org/drawingml/2006/main">
            <a:off x="10972800" y="6505575"/>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00" b="1" i="0">
                <a:solidFill>
                  <a:srgbClr val="7F9389"/>
                </a:solidFill>
              </a:defRPr>
            </a:pPr>
            <a:r>
              <a:rPr sz="900" b="1" i="0">
                <a:solidFill>
                  <a:srgbClr val="7F9389"/>
                </a:solidFill>
              </a:rPr>
              <a:t>07</a:t>
            </a:r>
          </a:p>
        </p:txBody>
      </p:sp>
      <p:sp>
        <p:nvSpPr>
          <p:cNvPr id="8" name="">
            <a:extLst xmlns:a="http://schemas.openxmlformats.org/drawingml/2006/main">
              <a:ext uri="{FF2B5EF4-FFF2-40B4-BE49-F238E27FC236}">
                <a16:creationId xmlns:a16="http://schemas.microsoft.com/office/drawing/2014/main" id="{D703A52B-5FC1-4B96-88D3-D0714467FE9B}"/>
              </a:ext>
            </a:extLst>
          </p:cNvPr>
          <p:cNvSpPr>
            <a:spLocks xmlns:a="http://schemas.openxmlformats.org/drawingml/2006/main" noGrp="1"/>
          </p:cNvSpPr>
          <p:nvPr/>
        </p:nvSpPr>
        <p:spPr>
          <a:xfrm xmlns:a="http://schemas.openxmlformats.org/drawingml/2006/main">
            <a:off x="800100" y="23241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i="0">
                <a:solidFill>
                  <a:srgbClr val="48B985"/>
                </a:solidFill>
              </a:defRPr>
            </a:pPr>
            <a:r>
              <a:rPr sz="1200" b="1" i="0">
                <a:solidFill>
                  <a:srgbClr val="48B985"/>
                </a:solidFill>
              </a:rPr>
              <a:t>TASK</a:t>
            </a:r>
          </a:p>
        </p:txBody>
      </p:sp>
      <p:sp>
        <p:nvSpPr>
          <p:cNvPr id="9" name="">
            <a:extLst xmlns:a="http://schemas.openxmlformats.org/drawingml/2006/main">
              <a:ext uri="{FF2B5EF4-FFF2-40B4-BE49-F238E27FC236}">
                <a16:creationId xmlns:a16="http://schemas.microsoft.com/office/drawing/2014/main" id="{68140C1B-A826-480C-80F0-F8BAE8DB46DD}"/>
              </a:ext>
            </a:extLst>
          </p:cNvPr>
          <p:cNvSpPr>
            <a:spLocks xmlns:a="http://schemas.openxmlformats.org/drawingml/2006/main" noGrp="1"/>
          </p:cNvSpPr>
          <p:nvPr/>
        </p:nvSpPr>
        <p:spPr>
          <a:xfrm xmlns:a="http://schemas.openxmlformats.org/drawingml/2006/main">
            <a:off x="800100" y="2705100"/>
            <a:ext cx="666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250" b="1" i="0">
                <a:solidFill>
                  <a:srgbClr val="163C2C"/>
                </a:solidFill>
              </a:defRPr>
            </a:pPr>
            <a:r>
              <a:rPr sz="2250" b="1" i="0">
                <a:solidFill>
                  <a:srgbClr val="163C2C"/>
                </a:solidFill>
              </a:rPr>
              <a:t>Ask exactly one follow-up before recommending a room.</a:t>
            </a:r>
          </a:p>
        </p:txBody>
      </p:sp>
      <p:sp>
        <p:nvSpPr>
          <p:cNvPr id="10" name="">
            <a:extLst xmlns:a="http://schemas.openxmlformats.org/drawingml/2006/main">
              <a:ext uri="{FF2B5EF4-FFF2-40B4-BE49-F238E27FC236}">
                <a16:creationId xmlns:a16="http://schemas.microsoft.com/office/drawing/2014/main" id="{02D2B411-1A09-4012-9CC5-FACB1B516375}"/>
              </a:ext>
            </a:extLst>
          </p:cNvPr>
          <p:cNvSpPr>
            <a:spLocks xmlns:a="http://schemas.openxmlformats.org/drawingml/2006/main" noGrp="1"/>
          </p:cNvSpPr>
          <p:nvPr/>
        </p:nvSpPr>
        <p:spPr>
          <a:xfrm xmlns:a="http://schemas.openxmlformats.org/drawingml/2006/main">
            <a:off x="800100" y="37338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i="0">
                <a:solidFill>
                  <a:srgbClr val="159A64"/>
                </a:solidFill>
              </a:defRPr>
            </a:pPr>
            <a:r>
              <a:rPr sz="1200" b="1" i="0">
                <a:solidFill>
                  <a:srgbClr val="159A64"/>
                </a:solidFill>
              </a:rPr>
              <a:t>TEST</a:t>
            </a:r>
          </a:p>
        </p:txBody>
      </p:sp>
      <p:sp>
        <p:nvSpPr>
          <p:cNvPr id="11" name="">
            <a:extLst xmlns:a="http://schemas.openxmlformats.org/drawingml/2006/main">
              <a:ext uri="{FF2B5EF4-FFF2-40B4-BE49-F238E27FC236}">
                <a16:creationId xmlns:a16="http://schemas.microsoft.com/office/drawing/2014/main" id="{F64B7297-ACB5-4B28-ABC0-1A58E426FE87}"/>
              </a:ext>
            </a:extLst>
          </p:cNvPr>
          <p:cNvSpPr>
            <a:spLocks xmlns:a="http://schemas.openxmlformats.org/drawingml/2006/main" noGrp="1"/>
          </p:cNvSpPr>
          <p:nvPr/>
        </p:nvSpPr>
        <p:spPr>
          <a:xfrm xmlns:a="http://schemas.openxmlformats.org/drawingml/2006/main">
            <a:off x="800100" y="41148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0" i="1">
                <a:solidFill>
                  <a:srgbClr val="159A64"/>
                </a:solidFill>
              </a:defRPr>
            </a:pPr>
            <a:r>
              <a:rPr sz="2025" b="0" i="1">
                <a:solidFill>
                  <a:srgbClr val="159A64"/>
                </a:solidFill>
              </a:rPr>
              <a:t>“Find me a room tomorrow.”</a:t>
            </a:r>
          </a:p>
        </p:txBody>
      </p:sp>
      <p:sp>
        <p:nvSpPr>
          <p:cNvPr id="12" name="">
            <a:extLst xmlns:a="http://schemas.openxmlformats.org/drawingml/2006/main">
              <a:ext uri="{FF2B5EF4-FFF2-40B4-BE49-F238E27FC236}">
                <a16:creationId xmlns:a16="http://schemas.microsoft.com/office/drawing/2014/main" id="{56A3F148-36A0-4C26-A97B-74DADB45B2DA}"/>
              </a:ext>
            </a:extLst>
          </p:cNvPr>
          <p:cNvSpPr>
            <a:spLocks xmlns:a="http://schemas.openxmlformats.org/drawingml/2006/main" noGrp="1"/>
          </p:cNvSpPr>
          <p:nvPr/>
        </p:nvSpPr>
        <p:spPr>
          <a:xfrm xmlns:a="http://schemas.openxmlformats.org/drawingml/2006/main">
            <a:off x="7810500" y="2266950"/>
            <a:ext cx="3314700" cy="2724150"/>
          </a:xfrm>
          <a:prstGeom xmlns:a="http://schemas.openxmlformats.org/drawingml/2006/main" prst="roundRect">
            <a:avLst>
              <a:gd name="adj" fmla="val 5594"/>
            </a:avLst>
          </a:prstGeom>
          <a:solidFill xmlns:a="http://schemas.openxmlformats.org/drawingml/2006/main">
            <a:srgbClr val="FFFFFF"/>
          </a:solidFill>
          <a:ln xmlns:a="http://schemas.openxmlformats.org/drawingml/2006/main" w="9525">
            <a:solidFill>
              <a:srgbClr val="C9DED2"/>
            </a:solidFill>
            <a:prstDash val="solid"/>
          </a:ln>
        </p:spPr>
      </p:sp>
      <p:sp>
        <p:nvSpPr>
          <p:cNvPr id="13" name="">
            <a:extLst xmlns:a="http://schemas.openxmlformats.org/drawingml/2006/main">
              <a:ext uri="{FF2B5EF4-FFF2-40B4-BE49-F238E27FC236}">
                <a16:creationId xmlns:a16="http://schemas.microsoft.com/office/drawing/2014/main" id="{1D9CC029-D9E1-478A-B796-B429DE05BA63}"/>
              </a:ext>
            </a:extLst>
          </p:cNvPr>
          <p:cNvSpPr>
            <a:spLocks xmlns:a="http://schemas.openxmlformats.org/drawingml/2006/main" noGrp="1"/>
          </p:cNvSpPr>
          <p:nvPr/>
        </p:nvSpPr>
        <p:spPr>
          <a:xfrm xmlns:a="http://schemas.openxmlformats.org/drawingml/2006/main">
            <a:off x="8115300" y="2590800"/>
            <a:ext cx="2705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i="0">
                <a:solidFill>
                  <a:srgbClr val="7FA847"/>
                </a:solidFill>
              </a:defRPr>
            </a:pPr>
            <a:r>
              <a:rPr sz="1200" b="1" i="0">
                <a:solidFill>
                  <a:srgbClr val="7FA847"/>
                </a:solidFill>
              </a:rPr>
              <a:t>DONE WHEN</a:t>
            </a:r>
          </a:p>
        </p:txBody>
      </p:sp>
      <p:sp>
        <p:nvSpPr>
          <p:cNvPr id="14" name="">
            <a:extLst xmlns:a="http://schemas.openxmlformats.org/drawingml/2006/main">
              <a:ext uri="{FF2B5EF4-FFF2-40B4-BE49-F238E27FC236}">
                <a16:creationId xmlns:a16="http://schemas.microsoft.com/office/drawing/2014/main" id="{AB1BEC29-F760-41D1-910E-67F863A2180F}"/>
              </a:ext>
            </a:extLst>
          </p:cNvPr>
          <p:cNvSpPr>
            <a:spLocks xmlns:a="http://schemas.openxmlformats.org/drawingml/2006/main" noGrp="1"/>
          </p:cNvSpPr>
          <p:nvPr/>
        </p:nvSpPr>
        <p:spPr>
          <a:xfrm xmlns:a="http://schemas.openxmlformats.org/drawingml/2006/main">
            <a:off x="8096250" y="3181350"/>
            <a:ext cx="438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i="0">
                <a:solidFill>
                  <a:srgbClr val="48B985"/>
                </a:solidFill>
              </a:defRPr>
            </a:pPr>
            <a:r>
              <a:rPr sz="2100" b="1" i="0">
                <a:solidFill>
                  <a:srgbClr val="48B985"/>
                </a:solidFill>
              </a:rPr>
              <a:t>1</a:t>
            </a:r>
          </a:p>
        </p:txBody>
      </p:sp>
      <p:sp>
        <p:nvSpPr>
          <p:cNvPr id="15" name="">
            <a:extLst xmlns:a="http://schemas.openxmlformats.org/drawingml/2006/main">
              <a:ext uri="{FF2B5EF4-FFF2-40B4-BE49-F238E27FC236}">
                <a16:creationId xmlns:a16="http://schemas.microsoft.com/office/drawing/2014/main" id="{F2263230-F489-49CE-947A-722140FCA234}"/>
              </a:ext>
            </a:extLst>
          </p:cNvPr>
          <p:cNvSpPr>
            <a:spLocks xmlns:a="http://schemas.openxmlformats.org/drawingml/2006/main" noGrp="1"/>
          </p:cNvSpPr>
          <p:nvPr/>
        </p:nvSpPr>
        <p:spPr>
          <a:xfrm xmlns:a="http://schemas.openxmlformats.org/drawingml/2006/main">
            <a:off x="8667750" y="3219450"/>
            <a:ext cx="209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163C2C"/>
                </a:solidFill>
              </a:defRPr>
            </a:pPr>
            <a:r>
              <a:rPr sz="1500" b="0" i="0">
                <a:solidFill>
                  <a:srgbClr val="163C2C"/>
                </a:solidFill>
              </a:rPr>
              <a:t>It asks before acting</a:t>
            </a:r>
          </a:p>
        </p:txBody>
      </p:sp>
      <p:sp>
        <p:nvSpPr>
          <p:cNvPr id="16" name="">
            <a:extLst xmlns:a="http://schemas.openxmlformats.org/drawingml/2006/main">
              <a:ext uri="{FF2B5EF4-FFF2-40B4-BE49-F238E27FC236}">
                <a16:creationId xmlns:a16="http://schemas.microsoft.com/office/drawing/2014/main" id="{8496C6DE-2F27-4D32-930F-22CB4DB2F804}"/>
              </a:ext>
            </a:extLst>
          </p:cNvPr>
          <p:cNvSpPr>
            <a:spLocks xmlns:a="http://schemas.openxmlformats.org/drawingml/2006/main" noGrp="1"/>
          </p:cNvSpPr>
          <p:nvPr/>
        </p:nvSpPr>
        <p:spPr>
          <a:xfrm xmlns:a="http://schemas.openxmlformats.org/drawingml/2006/main">
            <a:off x="8096250" y="3848100"/>
            <a:ext cx="438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i="0">
                <a:solidFill>
                  <a:srgbClr val="48B985"/>
                </a:solidFill>
              </a:defRPr>
            </a:pPr>
            <a:r>
              <a:rPr sz="2100" b="1" i="0">
                <a:solidFill>
                  <a:srgbClr val="48B985"/>
                </a:solidFill>
              </a:rPr>
              <a:t>2</a:t>
            </a:r>
          </a:p>
        </p:txBody>
      </p:sp>
      <p:sp>
        <p:nvSpPr>
          <p:cNvPr id="17" name="">
            <a:extLst xmlns:a="http://schemas.openxmlformats.org/drawingml/2006/main">
              <a:ext uri="{FF2B5EF4-FFF2-40B4-BE49-F238E27FC236}">
                <a16:creationId xmlns:a16="http://schemas.microsoft.com/office/drawing/2014/main" id="{5DD7BEB5-567F-4F0D-A8FC-0E33265140D9}"/>
              </a:ext>
            </a:extLst>
          </p:cNvPr>
          <p:cNvSpPr>
            <a:spLocks xmlns:a="http://schemas.openxmlformats.org/drawingml/2006/main" noGrp="1"/>
          </p:cNvSpPr>
          <p:nvPr/>
        </p:nvSpPr>
        <p:spPr>
          <a:xfrm xmlns:a="http://schemas.openxmlformats.org/drawingml/2006/main">
            <a:off x="8667750" y="388620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163C2C"/>
                </a:solidFill>
              </a:defRPr>
            </a:pPr>
            <a:r>
              <a:rPr sz="1500" b="0" i="0">
                <a:solidFill>
                  <a:srgbClr val="163C2C"/>
                </a:solidFill>
              </a:rPr>
              <a:t>The response stays short</a:t>
            </a:r>
          </a:p>
        </p:txBody>
      </p:sp>
      <p:sp>
        <p:nvSpPr>
          <p:cNvPr id="18" name="">
            <a:extLst xmlns:a="http://schemas.openxmlformats.org/drawingml/2006/main">
              <a:ext uri="{FF2B5EF4-FFF2-40B4-BE49-F238E27FC236}">
                <a16:creationId xmlns:a16="http://schemas.microsoft.com/office/drawing/2014/main" id="{AADD7583-AFD1-45E9-AA88-A136CEB75337}"/>
              </a:ext>
            </a:extLst>
          </p:cNvPr>
          <p:cNvSpPr>
            <a:spLocks xmlns:a="http://schemas.openxmlformats.org/drawingml/2006/main" noGrp="1"/>
          </p:cNvSpPr>
          <p:nvPr/>
        </p:nvSpPr>
        <p:spPr>
          <a:xfrm xmlns:a="http://schemas.openxmlformats.org/drawingml/2006/main">
            <a:off x="800100" y="53149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i="0">
                <a:solidFill>
                  <a:srgbClr val="61786E"/>
                </a:solidFill>
              </a:defRPr>
            </a:pPr>
            <a:r>
              <a:rPr sz="1500" b="1" i="0">
                <a:solidFill>
                  <a:srgbClr val="61786E"/>
                </a:solidFill>
              </a:rPr>
              <a:t>3 minutes</a:t>
            </a:r>
          </a:p>
        </p:txBody>
      </p:sp>
    </p:spTree>
    <p:extLst>
      <p:ext uri="{BB962C8B-B14F-4D97-AF65-F5344CB8AC3E}">
        <p14:creationId xmlns:p14="http://schemas.microsoft.com/office/powerpoint/2010/main" val="252935888"/>
      </p:ext>
    </p:extLst>
  </p:cSld>
</p:sld>
</file>

<file path=ppt/slides/slide8.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4CDA0A2-09BF-404E-AF17-09659D38D22C}"/>
              </a:ext>
            </a:extLst>
          </p:cNvPr>
          <p:cNvSpPr>
            <a:spLocks xmlns:a="http://schemas.openxmlformats.org/drawingml/2006/main" noGrp="1"/>
          </p:cNvSpPr>
          <p:nvPr/>
        </p:nvSpPr>
        <p:spPr>
          <a:xfrm xmlns:a="http://schemas.openxmlformats.org/drawingml/2006/main">
            <a:off x="685800" y="514350"/>
            <a:ext cx="76200" cy="285750"/>
          </a:xfrm>
          <a:prstGeom xmlns:a="http://schemas.openxmlformats.org/drawingml/2006/main" prst="roundRect">
            <a:avLst>
              <a:gd name="adj" fmla="val 50000"/>
            </a:avLst>
          </a:prstGeom>
          <a:solidFill xmlns:a="http://schemas.openxmlformats.org/drawingml/2006/main">
            <a:srgbClr val="7FA84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12704BE-6F2D-4206-AD69-F02CF07470D9}"/>
              </a:ext>
            </a:extLst>
          </p:cNvPr>
          <p:cNvSpPr>
            <a:spLocks xmlns:a="http://schemas.openxmlformats.org/drawingml/2006/main" noGrp="1"/>
          </p:cNvSpPr>
          <p:nvPr/>
        </p:nvSpPr>
        <p:spPr>
          <a:xfrm xmlns:a="http://schemas.openxmlformats.org/drawingml/2006/main">
            <a:off x="895350" y="5048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i="0">
                <a:solidFill>
                  <a:srgbClr val="7FA847"/>
                </a:solidFill>
              </a:defRPr>
            </a:pPr>
            <a:r>
              <a:rPr sz="1125" b="1" i="0">
                <a:solidFill>
                  <a:srgbClr val="7FA847"/>
                </a:solidFill>
              </a:rPr>
              <a:t>Build along</a:t>
            </a:r>
          </a:p>
        </p:txBody>
      </p:sp>
      <p:sp>
        <p:nvSpPr>
          <p:cNvPr id="3" name="">
            <a:extLst xmlns:a="http://schemas.openxmlformats.org/drawingml/2006/main">
              <a:ext uri="{FF2B5EF4-FFF2-40B4-BE49-F238E27FC236}">
                <a16:creationId xmlns:a16="http://schemas.microsoft.com/office/drawing/2014/main" id="{FB8645F1-03D1-492C-B85E-2AF439B9829B}"/>
              </a:ext>
            </a:extLst>
          </p:cNvPr>
          <p:cNvSpPr>
            <a:spLocks xmlns:a="http://schemas.openxmlformats.org/drawingml/2006/main" noGrp="1"/>
          </p:cNvSpPr>
          <p:nvPr/>
        </p:nvSpPr>
        <p:spPr>
          <a:xfrm xmlns:a="http://schemas.openxmlformats.org/drawingml/2006/main">
            <a:off x="685800" y="933450"/>
            <a:ext cx="1082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i="0">
                <a:solidFill>
                  <a:srgbClr val="163C2C"/>
                </a:solidFill>
              </a:defRPr>
            </a:pPr>
            <a:r>
              <a:rPr sz="3150" b="1" i="0">
                <a:solidFill>
                  <a:srgbClr val="163C2C"/>
                </a:solidFill>
              </a:rPr>
              <a:t>A clear function becomes a capability</a:t>
            </a:r>
          </a:p>
        </p:txBody>
      </p:sp>
      <p:sp>
        <p:nvSpPr>
          <p:cNvPr id="4" name="">
            <a:extLst xmlns:a="http://schemas.openxmlformats.org/drawingml/2006/main">
              <a:ext uri="{FF2B5EF4-FFF2-40B4-BE49-F238E27FC236}">
                <a16:creationId xmlns:a16="http://schemas.microsoft.com/office/drawing/2014/main" id="{DEB336DB-ED20-42CB-BCCB-39F6DD75A64B}"/>
              </a:ext>
            </a:extLst>
          </p:cNvPr>
          <p:cNvSpPr>
            <a:spLocks xmlns:a="http://schemas.openxmlformats.org/drawingml/2006/main" noGrp="1"/>
          </p:cNvSpPr>
          <p:nvPr/>
        </p:nvSpPr>
        <p:spPr>
          <a:xfrm xmlns:a="http://schemas.openxmlformats.org/drawingml/2006/main">
            <a:off x="685800" y="156210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The signature constrains inputs; the docstring teaches intent.</a:t>
            </a:r>
          </a:p>
        </p:txBody>
      </p:sp>
      <p:sp>
        <p:nvSpPr>
          <p:cNvPr id="5" name="">
            <a:extLst xmlns:a="http://schemas.openxmlformats.org/drawingml/2006/main">
              <a:ext uri="{FF2B5EF4-FFF2-40B4-BE49-F238E27FC236}">
                <a16:creationId xmlns:a16="http://schemas.microsoft.com/office/drawing/2014/main" id="{92389AB6-D6DE-4AC7-928A-00680A89F6BB}"/>
              </a:ext>
            </a:extLst>
          </p:cNvPr>
          <p:cNvSpPr>
            <a:spLocks xmlns:a="http://schemas.openxmlformats.org/drawingml/2006/main" noGrp="1"/>
          </p:cNvSpPr>
          <p:nvPr/>
        </p:nvSpPr>
        <p:spPr>
          <a:xfrm xmlns:a="http://schemas.openxmlformats.org/drawingml/2006/main">
            <a:off x="685800" y="6448425"/>
            <a:ext cx="108204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4E31746-C1D4-4E26-843A-7DDFC468C030}"/>
              </a:ext>
            </a:extLst>
          </p:cNvPr>
          <p:cNvSpPr>
            <a:spLocks xmlns:a="http://schemas.openxmlformats.org/drawingml/2006/main" noGrp="1"/>
          </p:cNvSpPr>
          <p:nvPr/>
        </p:nvSpPr>
        <p:spPr>
          <a:xfrm xmlns:a="http://schemas.openxmlformats.org/drawingml/2006/main">
            <a:off x="685800" y="65246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00" b="1" i="0">
                <a:solidFill>
                  <a:srgbClr val="7F9389"/>
                </a:solidFill>
              </a:defRPr>
            </a:pPr>
            <a:r>
              <a:rPr sz="900" b="1" i="0">
                <a:solidFill>
                  <a:srgbClr val="7F9389"/>
                </a:solidFill>
              </a:rPr>
              <a:t>VOICE AGENTS × GOOGLE ADK</a:t>
            </a:r>
          </a:p>
        </p:txBody>
      </p:sp>
      <p:sp>
        <p:nvSpPr>
          <p:cNvPr id="7" name="">
            <a:extLst xmlns:a="http://schemas.openxmlformats.org/drawingml/2006/main">
              <a:ext uri="{FF2B5EF4-FFF2-40B4-BE49-F238E27FC236}">
                <a16:creationId xmlns:a16="http://schemas.microsoft.com/office/drawing/2014/main" id="{BD8F2B3D-59AE-4539-B20B-8350D9E09FA5}"/>
              </a:ext>
            </a:extLst>
          </p:cNvPr>
          <p:cNvSpPr>
            <a:spLocks xmlns:a="http://schemas.openxmlformats.org/drawingml/2006/main" noGrp="1"/>
          </p:cNvSpPr>
          <p:nvPr/>
        </p:nvSpPr>
        <p:spPr>
          <a:xfrm xmlns:a="http://schemas.openxmlformats.org/drawingml/2006/main">
            <a:off x="10972800" y="6505575"/>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00" b="1" i="0">
                <a:solidFill>
                  <a:srgbClr val="7F9389"/>
                </a:solidFill>
              </a:defRPr>
            </a:pPr>
            <a:r>
              <a:rPr sz="900" b="1" i="0">
                <a:solidFill>
                  <a:srgbClr val="7F9389"/>
                </a:solidFill>
              </a:rPr>
              <a:t>08</a:t>
            </a:r>
          </a:p>
        </p:txBody>
      </p:sp>
      <p:sp>
        <p:nvSpPr>
          <p:cNvPr id="8" name="">
            <a:extLst xmlns:a="http://schemas.openxmlformats.org/drawingml/2006/main">
              <a:ext uri="{FF2B5EF4-FFF2-40B4-BE49-F238E27FC236}">
                <a16:creationId xmlns:a16="http://schemas.microsoft.com/office/drawing/2014/main" id="{2EB2AE47-4360-45C9-9014-3014FA2F5A74}"/>
              </a:ext>
            </a:extLst>
          </p:cNvPr>
          <p:cNvSpPr>
            <a:spLocks xmlns:a="http://schemas.openxmlformats.org/drawingml/2006/main" noGrp="1"/>
          </p:cNvSpPr>
          <p:nvPr/>
        </p:nvSpPr>
        <p:spPr>
          <a:xfrm xmlns:a="http://schemas.openxmlformats.org/drawingml/2006/main">
            <a:off x="685800" y="2152650"/>
            <a:ext cx="5905500" cy="3048000"/>
          </a:xfrm>
          <a:prstGeom xmlns:a="http://schemas.openxmlformats.org/drawingml/2006/main" prst="roundRect">
            <a:avLst>
              <a:gd name="adj" fmla="val 2500"/>
            </a:avLst>
          </a:prstGeom>
          <a:solidFill xmlns:a="http://schemas.openxmlformats.org/drawingml/2006/main">
            <a:srgbClr val="103428"/>
          </a:solidFill>
          <a:ln xmlns:a="http://schemas.openxmlformats.org/drawingml/2006/main" w="9525">
            <a:solidFill>
              <a:srgbClr val="C9DED2"/>
            </a:solidFill>
            <a:prstDash val="solid"/>
          </a:ln>
        </p:spPr>
      </p:sp>
      <p:sp>
        <p:nvSpPr>
          <p:cNvPr id="9" name="">
            <a:extLst xmlns:a="http://schemas.openxmlformats.org/drawingml/2006/main">
              <a:ext uri="{FF2B5EF4-FFF2-40B4-BE49-F238E27FC236}">
                <a16:creationId xmlns:a16="http://schemas.microsoft.com/office/drawing/2014/main" id="{7D438C99-86F7-490A-8FD8-04AAA5C1661B}"/>
              </a:ext>
            </a:extLst>
          </p:cNvPr>
          <p:cNvSpPr>
            <a:spLocks xmlns:a="http://schemas.openxmlformats.org/drawingml/2006/main" noGrp="1"/>
          </p:cNvSpPr>
          <p:nvPr/>
        </p:nvSpPr>
        <p:spPr>
          <a:xfrm xmlns:a="http://schemas.openxmlformats.org/drawingml/2006/main">
            <a:off x="685800" y="2152650"/>
            <a:ext cx="66675" cy="304800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EEC4AA5-4F2E-4BA2-AA99-5FF09425F4B8}"/>
              </a:ext>
            </a:extLst>
          </p:cNvPr>
          <p:cNvSpPr>
            <a:spLocks xmlns:a="http://schemas.openxmlformats.org/drawingml/2006/main" noGrp="1"/>
          </p:cNvSpPr>
          <p:nvPr/>
        </p:nvSpPr>
        <p:spPr>
          <a:xfrm xmlns:a="http://schemas.openxmlformats.org/drawingml/2006/main">
            <a:off x="914400" y="2324100"/>
            <a:ext cx="95250" cy="95250"/>
          </a:xfrm>
          <a:prstGeom xmlns:a="http://schemas.openxmlformats.org/drawingml/2006/main" prst="ellipse">
            <a:avLst/>
          </a:prstGeom>
          <a:solidFill xmlns:a="http://schemas.openxmlformats.org/drawingml/2006/main">
            <a:srgbClr val="D05B6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DC632BC-7BA8-4308-A239-172B73065A81}"/>
              </a:ext>
            </a:extLst>
          </p:cNvPr>
          <p:cNvSpPr>
            <a:spLocks xmlns:a="http://schemas.openxmlformats.org/drawingml/2006/main" noGrp="1"/>
          </p:cNvSpPr>
          <p:nvPr/>
        </p:nvSpPr>
        <p:spPr>
          <a:xfrm xmlns:a="http://schemas.openxmlformats.org/drawingml/2006/main">
            <a:off x="1085850" y="2324100"/>
            <a:ext cx="95250" cy="95250"/>
          </a:xfrm>
          <a:prstGeom xmlns:a="http://schemas.openxmlformats.org/drawingml/2006/main" prst="ellipse">
            <a:avLst/>
          </a:prstGeom>
          <a:solidFill xmlns:a="http://schemas.openxmlformats.org/drawingml/2006/main">
            <a:srgbClr val="7FA84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B6DDF89-BC6D-4242-A639-7505D9088CEF}"/>
              </a:ext>
            </a:extLst>
          </p:cNvPr>
          <p:cNvSpPr>
            <a:spLocks xmlns:a="http://schemas.openxmlformats.org/drawingml/2006/main" noGrp="1"/>
          </p:cNvSpPr>
          <p:nvPr/>
        </p:nvSpPr>
        <p:spPr>
          <a:xfrm xmlns:a="http://schemas.openxmlformats.org/drawingml/2006/main">
            <a:off x="1257300" y="2324100"/>
            <a:ext cx="95250" cy="95250"/>
          </a:xfrm>
          <a:prstGeom xmlns:a="http://schemas.openxmlformats.org/drawingml/2006/main" prst="ellipse">
            <a:avLst/>
          </a:prstGeom>
          <a:solidFill xmlns:a="http://schemas.openxmlformats.org/drawingml/2006/main">
            <a:srgbClr val="48B985"/>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1529A97-00CE-401A-9EC0-BEA5FC40949E}"/>
              </a:ext>
            </a:extLst>
          </p:cNvPr>
          <p:cNvSpPr>
            <a:spLocks xmlns:a="http://schemas.openxmlformats.org/drawingml/2006/main" noGrp="1"/>
          </p:cNvSpPr>
          <p:nvPr/>
        </p:nvSpPr>
        <p:spPr>
          <a:xfrm xmlns:a="http://schemas.openxmlformats.org/drawingml/2006/main">
            <a:off x="933450" y="2628900"/>
            <a:ext cx="5429250" cy="2457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0" i="0">
                <a:solidFill>
                  <a:srgbClr val="F7FBF8"/>
                </a:solidFill>
              </a:defRPr>
            </a:pPr>
            <a:r>
              <a:rPr sz="1200" b="0" i="0">
                <a:solidFill>
                  <a:srgbClr val="F7FBF8"/>
                </a:solidFill>
              </a:rPr>
              <a:t>def find_rooms(</a:t>
            </a:r>
          </a:p>
          <a:p xmlns:a="http://schemas.openxmlformats.org/drawingml/2006/main">
            <a:pPr algn="l">
              <a:buNone/>
              <a:defRPr sz="1200" b="0" i="0">
                <a:solidFill>
                  <a:srgbClr val="F7FBF8"/>
                </a:solidFill>
              </a:defRPr>
            </a:pPr>
            <a:r>
              <a:rPr sz="1200" b="0" i="0">
                <a:solidFill>
                  <a:srgbClr val="F7FBF8"/>
                </a:solidFill>
              </a:rPr>
              <a:t>    after_hour: int,</a:t>
            </a:r>
          </a:p>
          <a:p xmlns:a="http://schemas.openxmlformats.org/drawingml/2006/main">
            <a:pPr algn="l">
              <a:buNone/>
              <a:defRPr sz="1200" b="0" i="0">
                <a:solidFill>
                  <a:srgbClr val="F7FBF8"/>
                </a:solidFill>
              </a:defRPr>
            </a:pPr>
            <a:r>
              <a:rPr sz="1200" b="0" i="0">
                <a:solidFill>
                  <a:srgbClr val="F7FBF8"/>
                </a:solidFill>
              </a:rPr>
              <a:t>    minimum_capacity: int = 1,</a:t>
            </a:r>
          </a:p>
          <a:p xmlns:a="http://schemas.openxmlformats.org/drawingml/2006/main">
            <a:pPr algn="l">
              <a:buNone/>
              <a:defRPr sz="1200" b="0" i="0">
                <a:solidFill>
                  <a:srgbClr val="F7FBF8"/>
                </a:solidFill>
              </a:defRPr>
            </a:pPr>
            <a:r>
              <a:rPr sz="1200" b="0" i="0">
                <a:solidFill>
                  <a:srgbClr val="F7FBF8"/>
                </a:solidFill>
              </a:rPr>
              <a:t>) -&gt; dict:</a:t>
            </a:r>
          </a:p>
          <a:p xmlns:a="http://schemas.openxmlformats.org/drawingml/2006/main">
            <a:pPr algn="l">
              <a:buNone/>
              <a:defRPr sz="1200" b="0" i="0">
                <a:solidFill>
                  <a:srgbClr val="F7FBF8"/>
                </a:solidFill>
              </a:defRPr>
            </a:pPr>
            <a:r>
              <a:rPr sz="1200" b="0" i="0">
                <a:solidFill>
                  <a:srgbClr val="F7FBF8"/>
                </a:solidFill>
              </a:rPr>
              <a:t>    ...</a:t>
            </a:r>
          </a:p>
          <a:p xmlns:a="http://schemas.openxmlformats.org/drawingml/2006/main">
            <a:pPr algn="l">
              <a:buNone/>
              <a:defRPr sz="1200" b="0" i="0">
                <a:solidFill>
                  <a:srgbClr val="F7FBF8"/>
                </a:solidFill>
              </a:defRPr>
            </a:pPr>
            <a:r>
              <a:rPr sz="1200" b="0" i="0">
                <a:solidFill>
                  <a:srgbClr val="F7FBF8"/>
                </a:solidFill>
              </a:rPr>
              <a:t>    return {</a:t>
            </a:r>
          </a:p>
          <a:p xmlns:a="http://schemas.openxmlformats.org/drawingml/2006/main">
            <a:pPr algn="l">
              <a:buNone/>
              <a:defRPr sz="1200" b="0" i="0">
                <a:solidFill>
                  <a:srgbClr val="F7FBF8"/>
                </a:solidFill>
              </a:defRPr>
            </a:pPr>
            <a:r>
              <a:rPr sz="1200" b="0" i="0">
                <a:solidFill>
                  <a:srgbClr val="F7FBF8"/>
                </a:solidFill>
              </a:rPr>
              <a:t>        "status": "success",</a:t>
            </a:r>
          </a:p>
          <a:p xmlns:a="http://schemas.openxmlformats.org/drawingml/2006/main">
            <a:pPr algn="l">
              <a:buNone/>
              <a:defRPr sz="1200" b="0" i="0">
                <a:solidFill>
                  <a:srgbClr val="F7FBF8"/>
                </a:solidFill>
              </a:defRPr>
            </a:pPr>
            <a:r>
              <a:rPr sz="1200" b="0" i="0">
                <a:solidFill>
                  <a:srgbClr val="F7FBF8"/>
                </a:solidFill>
              </a:rPr>
              <a:t>        "rooms": matches,</a:t>
            </a:r>
          </a:p>
          <a:p xmlns:a="http://schemas.openxmlformats.org/drawingml/2006/main">
            <a:pPr algn="l">
              <a:buNone/>
              <a:defRPr sz="1200" b="0" i="0">
                <a:solidFill>
                  <a:srgbClr val="F7FBF8"/>
                </a:solidFill>
              </a:defRPr>
            </a:pPr>
            <a:r>
              <a:rPr sz="1200" b="0" i="0">
                <a:solidFill>
                  <a:srgbClr val="F7FBF8"/>
                </a:solidFill>
              </a:rPr>
              <a:t>    }</a:t>
            </a:r>
          </a:p>
        </p:txBody>
      </p:sp>
      <p:sp>
        <p:nvSpPr>
          <p:cNvPr id="14" name="">
            <a:extLst xmlns:a="http://schemas.openxmlformats.org/drawingml/2006/main">
              <a:ext uri="{FF2B5EF4-FFF2-40B4-BE49-F238E27FC236}">
                <a16:creationId xmlns:a16="http://schemas.microsoft.com/office/drawing/2014/main" id="{BE0C6E0A-E00F-48A8-8CEF-040EC6CC9853}"/>
              </a:ext>
            </a:extLst>
          </p:cNvPr>
          <p:cNvSpPr>
            <a:spLocks xmlns:a="http://schemas.openxmlformats.org/drawingml/2006/main" noGrp="1"/>
          </p:cNvSpPr>
          <p:nvPr/>
        </p:nvSpPr>
        <p:spPr>
          <a:xfrm xmlns:a="http://schemas.openxmlformats.org/drawingml/2006/main">
            <a:off x="7162800" y="21526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i="0">
                <a:solidFill>
                  <a:srgbClr val="48B985"/>
                </a:solidFill>
              </a:defRPr>
            </a:pPr>
            <a:r>
              <a:rPr sz="1200" b="1" i="0">
                <a:solidFill>
                  <a:srgbClr val="48B985"/>
                </a:solidFill>
              </a:rPr>
              <a:t>STRUCTURED RESULT · find_rooms(16, 10)</a:t>
            </a:r>
          </a:p>
        </p:txBody>
      </p:sp>
      <p:sp>
        <p:nvSpPr>
          <p:cNvPr id="15" name="">
            <a:extLst xmlns:a="http://schemas.openxmlformats.org/drawingml/2006/main">
              <a:ext uri="{FF2B5EF4-FFF2-40B4-BE49-F238E27FC236}">
                <a16:creationId xmlns:a16="http://schemas.microsoft.com/office/drawing/2014/main" id="{14DB1286-0DB5-4147-9805-8D2DDF6CD3A2}"/>
              </a:ext>
            </a:extLst>
          </p:cNvPr>
          <p:cNvSpPr>
            <a:spLocks xmlns:a="http://schemas.openxmlformats.org/drawingml/2006/main" noGrp="1"/>
          </p:cNvSpPr>
          <p:nvPr/>
        </p:nvSpPr>
        <p:spPr>
          <a:xfrm xmlns:a="http://schemas.openxmlformats.org/drawingml/2006/main">
            <a:off x="7162800" y="2514600"/>
            <a:ext cx="4000500" cy="2686050"/>
          </a:xfrm>
          <a:prstGeom xmlns:a="http://schemas.openxmlformats.org/drawingml/2006/main" prst="roundRect">
            <a:avLst>
              <a:gd name="adj" fmla="val 2837"/>
            </a:avLst>
          </a:prstGeom>
          <a:solidFill xmlns:a="http://schemas.openxmlformats.org/drawingml/2006/main">
            <a:srgbClr val="103428"/>
          </a:solidFill>
          <a:ln xmlns:a="http://schemas.openxmlformats.org/drawingml/2006/main" w="9525">
            <a:solidFill>
              <a:srgbClr val="C9DED2"/>
            </a:solidFill>
            <a:prstDash val="solid"/>
          </a:ln>
        </p:spPr>
      </p:sp>
      <p:sp>
        <p:nvSpPr>
          <p:cNvPr id="16" name="">
            <a:extLst xmlns:a="http://schemas.openxmlformats.org/drawingml/2006/main">
              <a:ext uri="{FF2B5EF4-FFF2-40B4-BE49-F238E27FC236}">
                <a16:creationId xmlns:a16="http://schemas.microsoft.com/office/drawing/2014/main" id="{427F8665-1D8E-47CD-BFDD-33AC29083A9F}"/>
              </a:ext>
            </a:extLst>
          </p:cNvPr>
          <p:cNvSpPr>
            <a:spLocks xmlns:a="http://schemas.openxmlformats.org/drawingml/2006/main" noGrp="1"/>
          </p:cNvSpPr>
          <p:nvPr/>
        </p:nvSpPr>
        <p:spPr>
          <a:xfrm xmlns:a="http://schemas.openxmlformats.org/drawingml/2006/main">
            <a:off x="7162800" y="2514600"/>
            <a:ext cx="66675" cy="26860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0702D98-FEAC-401A-8E09-A599B11CB735}"/>
              </a:ext>
            </a:extLst>
          </p:cNvPr>
          <p:cNvSpPr>
            <a:spLocks xmlns:a="http://schemas.openxmlformats.org/drawingml/2006/main" noGrp="1"/>
          </p:cNvSpPr>
          <p:nvPr/>
        </p:nvSpPr>
        <p:spPr>
          <a:xfrm xmlns:a="http://schemas.openxmlformats.org/drawingml/2006/main">
            <a:off x="7391400" y="2686050"/>
            <a:ext cx="95250" cy="95250"/>
          </a:xfrm>
          <a:prstGeom xmlns:a="http://schemas.openxmlformats.org/drawingml/2006/main" prst="ellipse">
            <a:avLst/>
          </a:prstGeom>
          <a:solidFill xmlns:a="http://schemas.openxmlformats.org/drawingml/2006/main">
            <a:srgbClr val="D05B6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59F0208-C829-49BB-8A50-93FA480CC44B}"/>
              </a:ext>
            </a:extLst>
          </p:cNvPr>
          <p:cNvSpPr>
            <a:spLocks xmlns:a="http://schemas.openxmlformats.org/drawingml/2006/main" noGrp="1"/>
          </p:cNvSpPr>
          <p:nvPr/>
        </p:nvSpPr>
        <p:spPr>
          <a:xfrm xmlns:a="http://schemas.openxmlformats.org/drawingml/2006/main">
            <a:off x="7562850" y="2686050"/>
            <a:ext cx="95250" cy="95250"/>
          </a:xfrm>
          <a:prstGeom xmlns:a="http://schemas.openxmlformats.org/drawingml/2006/main" prst="ellipse">
            <a:avLst/>
          </a:prstGeom>
          <a:solidFill xmlns:a="http://schemas.openxmlformats.org/drawingml/2006/main">
            <a:srgbClr val="7FA847"/>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407E751-0501-486C-A097-7CB3DFCD3E16}"/>
              </a:ext>
            </a:extLst>
          </p:cNvPr>
          <p:cNvSpPr>
            <a:spLocks xmlns:a="http://schemas.openxmlformats.org/drawingml/2006/main" noGrp="1"/>
          </p:cNvSpPr>
          <p:nvPr/>
        </p:nvSpPr>
        <p:spPr>
          <a:xfrm xmlns:a="http://schemas.openxmlformats.org/drawingml/2006/main">
            <a:off x="7734300" y="2686050"/>
            <a:ext cx="95250" cy="95250"/>
          </a:xfrm>
          <a:prstGeom xmlns:a="http://schemas.openxmlformats.org/drawingml/2006/main" prst="ellipse">
            <a:avLst/>
          </a:prstGeom>
          <a:solidFill xmlns:a="http://schemas.openxmlformats.org/drawingml/2006/main">
            <a:srgbClr val="48B9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D43D013-B9D6-441D-9B3E-60B3067662B6}"/>
              </a:ext>
            </a:extLst>
          </p:cNvPr>
          <p:cNvSpPr>
            <a:spLocks xmlns:a="http://schemas.openxmlformats.org/drawingml/2006/main" noGrp="1"/>
          </p:cNvSpPr>
          <p:nvPr/>
        </p:nvSpPr>
        <p:spPr>
          <a:xfrm xmlns:a="http://schemas.openxmlformats.org/drawingml/2006/main">
            <a:off x="7410450" y="2990850"/>
            <a:ext cx="35242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0" i="0">
                <a:solidFill>
                  <a:srgbClr val="F7FBF8"/>
                </a:solidFill>
              </a:defRPr>
            </a:pPr>
            <a:r>
              <a:rPr sz="1200" b="0" i="0">
                <a:solidFill>
                  <a:srgbClr val="F7FBF8"/>
                </a:solidFill>
              </a:rPr>
              <a:t>{</a:t>
            </a:r>
          </a:p>
          <a:p xmlns:a="http://schemas.openxmlformats.org/drawingml/2006/main">
            <a:pPr algn="l">
              <a:buNone/>
              <a:defRPr sz="1200" b="0" i="0">
                <a:solidFill>
                  <a:srgbClr val="F7FBF8"/>
                </a:solidFill>
              </a:defRPr>
            </a:pPr>
            <a:r>
              <a:rPr sz="1200" b="0" i="0">
                <a:solidFill>
                  <a:srgbClr val="F7FBF8"/>
                </a:solidFill>
              </a:rPr>
              <a:t>  "status": "success",</a:t>
            </a:r>
          </a:p>
          <a:p xmlns:a="http://schemas.openxmlformats.org/drawingml/2006/main">
            <a:pPr algn="l">
              <a:buNone/>
              <a:defRPr sz="1200" b="0" i="0">
                <a:solidFill>
                  <a:srgbClr val="F7FBF8"/>
                </a:solidFill>
              </a:defRPr>
            </a:pPr>
            <a:r>
              <a:rPr sz="1200" b="0" i="0">
                <a:solidFill>
                  <a:srgbClr val="F7FBF8"/>
                </a:solidFill>
              </a:rPr>
              <a:t>  "rooms": [{</a:t>
            </a:r>
          </a:p>
          <a:p xmlns:a="http://schemas.openxmlformats.org/drawingml/2006/main">
            <a:pPr algn="l">
              <a:buNone/>
              <a:defRPr sz="1200" b="0" i="0">
                <a:solidFill>
                  <a:srgbClr val="F7FBF8"/>
                </a:solidFill>
              </a:defRPr>
            </a:pPr>
            <a:r>
              <a:rPr sz="1200" b="0" i="0">
                <a:solidFill>
                  <a:srgbClr val="F7FBF8"/>
                </a:solidFill>
              </a:rPr>
              <a:t>    "name": "Cedar",</a:t>
            </a:r>
          </a:p>
          <a:p xmlns:a="http://schemas.openxmlformats.org/drawingml/2006/main">
            <a:pPr algn="l">
              <a:buNone/>
              <a:defRPr sz="1200" b="0" i="0">
                <a:solidFill>
                  <a:srgbClr val="F7FBF8"/>
                </a:solidFill>
              </a:defRPr>
            </a:pPr>
            <a:r>
              <a:rPr sz="1200" b="0" i="0">
                <a:solidFill>
                  <a:srgbClr val="F7FBF8"/>
                </a:solidFill>
              </a:rPr>
              <a:t>    "available_from": 17,</a:t>
            </a:r>
          </a:p>
          <a:p xmlns:a="http://schemas.openxmlformats.org/drawingml/2006/main">
            <a:pPr algn="l">
              <a:buNone/>
              <a:defRPr sz="1200" b="0" i="0">
                <a:solidFill>
                  <a:srgbClr val="F7FBF8"/>
                </a:solidFill>
              </a:defRPr>
            </a:pPr>
            <a:r>
              <a:rPr sz="1200" b="0" i="0">
                <a:solidFill>
                  <a:srgbClr val="F7FBF8"/>
                </a:solidFill>
              </a:rPr>
              <a:t>    "capacity": 12</a:t>
            </a:r>
          </a:p>
          <a:p xmlns:a="http://schemas.openxmlformats.org/drawingml/2006/main">
            <a:pPr algn="l">
              <a:buNone/>
              <a:defRPr sz="1200" b="0" i="0">
                <a:solidFill>
                  <a:srgbClr val="F7FBF8"/>
                </a:solidFill>
              </a:defRPr>
            </a:pPr>
            <a:r>
              <a:rPr sz="1200" b="0" i="0">
                <a:solidFill>
                  <a:srgbClr val="F7FBF8"/>
                </a:solidFill>
              </a:rPr>
              <a:t>  }]</a:t>
            </a:r>
          </a:p>
          <a:p xmlns:a="http://schemas.openxmlformats.org/drawingml/2006/main">
            <a:pPr algn="l">
              <a:buNone/>
              <a:defRPr sz="1200" b="0" i="0">
                <a:solidFill>
                  <a:srgbClr val="F7FBF8"/>
                </a:solidFill>
              </a:defRPr>
            </a:pPr>
            <a:r>
              <a:rPr sz="1200" b="0" i="0">
                <a:solidFill>
                  <a:srgbClr val="F7FBF8"/>
                </a:solidFill>
              </a:rPr>
              <a:t>}</a:t>
            </a:r>
          </a:p>
        </p:txBody>
      </p:sp>
      <p:sp>
        <p:nvSpPr>
          <p:cNvPr id="21" name="">
            <a:extLst xmlns:a="http://schemas.openxmlformats.org/drawingml/2006/main">
              <a:ext uri="{FF2B5EF4-FFF2-40B4-BE49-F238E27FC236}">
                <a16:creationId xmlns:a16="http://schemas.microsoft.com/office/drawing/2014/main" id="{0C591759-59F6-42CF-8F62-9B0DD5A34E5E}"/>
              </a:ext>
            </a:extLst>
          </p:cNvPr>
          <p:cNvSpPr>
            <a:spLocks xmlns:a="http://schemas.openxmlformats.org/drawingml/2006/main" noGrp="1"/>
          </p:cNvSpPr>
          <p:nvPr/>
        </p:nvSpPr>
        <p:spPr>
          <a:xfrm xmlns:a="http://schemas.openxmlformats.org/drawingml/2006/main">
            <a:off x="685800" y="5391150"/>
            <a:ext cx="104775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9DED2"/>
            </a:solidFill>
            <a:prstDash val="solid"/>
          </a:ln>
        </p:spPr>
      </p:sp>
      <p:sp>
        <p:nvSpPr>
          <p:cNvPr id="22" name="">
            <a:extLst xmlns:a="http://schemas.openxmlformats.org/drawingml/2006/main">
              <a:ext uri="{FF2B5EF4-FFF2-40B4-BE49-F238E27FC236}">
                <a16:creationId xmlns:a16="http://schemas.microsoft.com/office/drawing/2014/main" id="{3B5E4230-84B0-4AA2-8228-60304135C69D}"/>
              </a:ext>
            </a:extLst>
          </p:cNvPr>
          <p:cNvSpPr>
            <a:spLocks xmlns:a="http://schemas.openxmlformats.org/drawingml/2006/main" noGrp="1"/>
          </p:cNvSpPr>
          <p:nvPr/>
        </p:nvSpPr>
        <p:spPr>
          <a:xfrm xmlns:a="http://schemas.openxmlformats.org/drawingml/2006/main">
            <a:off x="914400" y="5524500"/>
            <a:ext cx="1002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00" b="1" i="0">
                <a:solidFill>
                  <a:srgbClr val="163C2C"/>
                </a:solidFill>
              </a:defRPr>
            </a:pPr>
            <a:r>
              <a:rPr sz="1500" b="1" i="0">
                <a:solidFill>
                  <a:srgbClr val="163C2C"/>
                </a:solidFill>
              </a:rPr>
              <a:t>Agent(..., tools=[find_rooms])</a:t>
            </a:r>
          </a:p>
        </p:txBody>
      </p:sp>
    </p:spTree>
    <p:extLst>
      <p:ext uri="{BB962C8B-B14F-4D97-AF65-F5344CB8AC3E}">
        <p14:creationId xmlns:p14="http://schemas.microsoft.com/office/powerpoint/2010/main" val="1749908974"/>
      </p:ext>
    </p:extLst>
  </p:cSld>
</p:sld>
</file>

<file path=ppt/slides/slide9.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058CD69C-DD55-4574-951F-8FAB86F368A9}"/>
              </a:ext>
            </a:extLst>
          </p:cNvPr>
          <p:cNvSpPr>
            <a:spLocks xmlns:a="http://schemas.openxmlformats.org/drawingml/2006/main" noGrp="1"/>
          </p:cNvSpPr>
          <p:nvPr/>
        </p:nvSpPr>
        <p:spPr>
          <a:xfrm xmlns:a="http://schemas.openxmlformats.org/drawingml/2006/main">
            <a:off x="685800" y="514350"/>
            <a:ext cx="76200" cy="28575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FF5E0E3-42DD-4DBF-A53D-12595E278BDE}"/>
              </a:ext>
            </a:extLst>
          </p:cNvPr>
          <p:cNvSpPr>
            <a:spLocks xmlns:a="http://schemas.openxmlformats.org/drawingml/2006/main" noGrp="1"/>
          </p:cNvSpPr>
          <p:nvPr/>
        </p:nvSpPr>
        <p:spPr>
          <a:xfrm xmlns:a="http://schemas.openxmlformats.org/drawingml/2006/main">
            <a:off x="895350" y="5048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i="0">
                <a:solidFill>
                  <a:srgbClr val="48B985"/>
                </a:solidFill>
              </a:defRPr>
            </a:pPr>
            <a:r>
              <a:rPr sz="1125" b="1" i="0">
                <a:solidFill>
                  <a:srgbClr val="48B985"/>
                </a:solidFill>
              </a:rPr>
              <a:t>Talk to your agent</a:t>
            </a:r>
          </a:p>
        </p:txBody>
      </p:sp>
      <p:sp>
        <p:nvSpPr>
          <p:cNvPr id="3" name="">
            <a:extLst xmlns:a="http://schemas.openxmlformats.org/drawingml/2006/main">
              <a:ext uri="{FF2B5EF4-FFF2-40B4-BE49-F238E27FC236}">
                <a16:creationId xmlns:a16="http://schemas.microsoft.com/office/drawing/2014/main" id="{434757FF-6B2A-4E78-8889-2712A79484AD}"/>
              </a:ext>
            </a:extLst>
          </p:cNvPr>
          <p:cNvSpPr>
            <a:spLocks xmlns:a="http://schemas.openxmlformats.org/drawingml/2006/main" noGrp="1"/>
          </p:cNvSpPr>
          <p:nvPr/>
        </p:nvSpPr>
        <p:spPr>
          <a:xfrm xmlns:a="http://schemas.openxmlformats.org/drawingml/2006/main">
            <a:off x="685800" y="933450"/>
            <a:ext cx="1082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i="0">
                <a:solidFill>
                  <a:srgbClr val="163C2C"/>
                </a:solidFill>
              </a:defRPr>
            </a:pPr>
            <a:r>
              <a:rPr sz="3150" b="1" i="0">
                <a:solidFill>
                  <a:srgbClr val="163C2C"/>
                </a:solidFill>
              </a:rPr>
              <a:t>Voice is a streaming session, not a TTS toggle</a:t>
            </a:r>
          </a:p>
        </p:txBody>
      </p:sp>
      <p:sp>
        <p:nvSpPr>
          <p:cNvPr id="4" name="">
            <a:extLst xmlns:a="http://schemas.openxmlformats.org/drawingml/2006/main">
              <a:ext uri="{FF2B5EF4-FFF2-40B4-BE49-F238E27FC236}">
                <a16:creationId xmlns:a16="http://schemas.microsoft.com/office/drawing/2014/main" id="{220A56F7-F602-4759-98C9-9D4F2B078CED}"/>
              </a:ext>
            </a:extLst>
          </p:cNvPr>
          <p:cNvSpPr>
            <a:spLocks xmlns:a="http://schemas.openxmlformats.org/drawingml/2006/main" noGrp="1"/>
          </p:cNvSpPr>
          <p:nvPr/>
        </p:nvSpPr>
        <p:spPr>
          <a:xfrm xmlns:a="http://schemas.openxmlformats.org/drawingml/2006/main">
            <a:off x="685800" y="156210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Use the prepared playground first; custom plumbing comes later.</a:t>
            </a:r>
          </a:p>
        </p:txBody>
      </p:sp>
      <p:sp>
        <p:nvSpPr>
          <p:cNvPr id="5" name="">
            <a:extLst xmlns:a="http://schemas.openxmlformats.org/drawingml/2006/main">
              <a:ext uri="{FF2B5EF4-FFF2-40B4-BE49-F238E27FC236}">
                <a16:creationId xmlns:a16="http://schemas.microsoft.com/office/drawing/2014/main" id="{27EC1B61-009C-4723-AC1D-FD0041D133D3}"/>
              </a:ext>
            </a:extLst>
          </p:cNvPr>
          <p:cNvSpPr>
            <a:spLocks xmlns:a="http://schemas.openxmlformats.org/drawingml/2006/main" noGrp="1"/>
          </p:cNvSpPr>
          <p:nvPr/>
        </p:nvSpPr>
        <p:spPr>
          <a:xfrm xmlns:a="http://schemas.openxmlformats.org/drawingml/2006/main">
            <a:off x="685800" y="6448425"/>
            <a:ext cx="108204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0D7E267-B843-4F1D-B3F5-F8FAEBCAE649}"/>
              </a:ext>
            </a:extLst>
          </p:cNvPr>
          <p:cNvSpPr>
            <a:spLocks xmlns:a="http://schemas.openxmlformats.org/drawingml/2006/main" noGrp="1"/>
          </p:cNvSpPr>
          <p:nvPr/>
        </p:nvSpPr>
        <p:spPr>
          <a:xfrm xmlns:a="http://schemas.openxmlformats.org/drawingml/2006/main">
            <a:off x="685800" y="65246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00" b="1" i="0">
                <a:solidFill>
                  <a:srgbClr val="7F9389"/>
                </a:solidFill>
              </a:defRPr>
            </a:pPr>
            <a:r>
              <a:rPr sz="900" b="1" i="0">
                <a:solidFill>
                  <a:srgbClr val="7F9389"/>
                </a:solidFill>
              </a:rPr>
              <a:t>VOICE AGENTS × GOOGLE ADK</a:t>
            </a:r>
          </a:p>
        </p:txBody>
      </p:sp>
      <p:sp>
        <p:nvSpPr>
          <p:cNvPr id="7" name="">
            <a:extLst xmlns:a="http://schemas.openxmlformats.org/drawingml/2006/main">
              <a:ext uri="{FF2B5EF4-FFF2-40B4-BE49-F238E27FC236}">
                <a16:creationId xmlns:a16="http://schemas.microsoft.com/office/drawing/2014/main" id="{3D580F25-8625-4817-BDBF-F383FB03A761}"/>
              </a:ext>
            </a:extLst>
          </p:cNvPr>
          <p:cNvSpPr>
            <a:spLocks xmlns:a="http://schemas.openxmlformats.org/drawingml/2006/main" noGrp="1"/>
          </p:cNvSpPr>
          <p:nvPr/>
        </p:nvSpPr>
        <p:spPr>
          <a:xfrm xmlns:a="http://schemas.openxmlformats.org/drawingml/2006/main">
            <a:off x="10972800" y="6505575"/>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00" b="1" i="0">
                <a:solidFill>
                  <a:srgbClr val="7F9389"/>
                </a:solidFill>
              </a:defRPr>
            </a:pPr>
            <a:r>
              <a:rPr sz="900" b="1" i="0">
                <a:solidFill>
                  <a:srgbClr val="7F9389"/>
                </a:solidFill>
              </a:rPr>
              <a:t>09</a:t>
            </a:r>
          </a:p>
        </p:txBody>
      </p:sp>
      <p:sp>
        <p:nvSpPr>
          <p:cNvPr id="8" name="">
            <a:extLst xmlns:a="http://schemas.openxmlformats.org/drawingml/2006/main">
              <a:ext uri="{FF2B5EF4-FFF2-40B4-BE49-F238E27FC236}">
                <a16:creationId xmlns:a16="http://schemas.microsoft.com/office/drawing/2014/main" id="{E9259DEB-62F2-4567-8D93-27FAFBB26F47}"/>
              </a:ext>
            </a:extLst>
          </p:cNvPr>
          <p:cNvSpPr>
            <a:spLocks xmlns:a="http://schemas.openxmlformats.org/drawingml/2006/main" noGrp="1"/>
          </p:cNvSpPr>
          <p:nvPr/>
        </p:nvSpPr>
        <p:spPr>
          <a:xfrm xmlns:a="http://schemas.openxmlformats.org/drawingml/2006/main">
            <a:off x="762000" y="2266950"/>
            <a:ext cx="4953000" cy="2667000"/>
          </a:xfrm>
          <a:prstGeom xmlns:a="http://schemas.openxmlformats.org/drawingml/2006/main" prst="roundRect">
            <a:avLst>
              <a:gd name="adj" fmla="val 5714"/>
            </a:avLst>
          </a:prstGeom>
          <a:solidFill xmlns:a="http://schemas.openxmlformats.org/drawingml/2006/main">
            <a:srgbClr val="FFFFFF"/>
          </a:solidFill>
          <a:ln xmlns:a="http://schemas.openxmlformats.org/drawingml/2006/main" w="9525">
            <a:solidFill>
              <a:srgbClr val="C9DED2"/>
            </a:solidFill>
            <a:prstDash val="solid"/>
          </a:ln>
        </p:spPr>
      </p:sp>
      <p:sp>
        <p:nvSpPr>
          <p:cNvPr id="9" name="">
            <a:extLst xmlns:a="http://schemas.openxmlformats.org/drawingml/2006/main">
              <a:ext uri="{FF2B5EF4-FFF2-40B4-BE49-F238E27FC236}">
                <a16:creationId xmlns:a16="http://schemas.microsoft.com/office/drawing/2014/main" id="{B14DAE79-F793-4A40-8E0F-FA201DD4FA11}"/>
              </a:ext>
            </a:extLst>
          </p:cNvPr>
          <p:cNvSpPr>
            <a:spLocks xmlns:a="http://schemas.openxmlformats.org/drawingml/2006/main" noGrp="1"/>
          </p:cNvSpPr>
          <p:nvPr/>
        </p:nvSpPr>
        <p:spPr>
          <a:xfrm xmlns:a="http://schemas.openxmlformats.org/drawingml/2006/main">
            <a:off x="1066800" y="25717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i="0">
                <a:solidFill>
                  <a:srgbClr val="6FAF8D"/>
                </a:solidFill>
              </a:defRPr>
            </a:pPr>
            <a:r>
              <a:rPr sz="1200" b="1" i="0">
                <a:solidFill>
                  <a:srgbClr val="6FAF8D"/>
                </a:solidFill>
              </a:rPr>
              <a:t>CHECKPOINT 03</a:t>
            </a:r>
          </a:p>
        </p:txBody>
      </p:sp>
      <p:sp>
        <p:nvSpPr>
          <p:cNvPr id="10" name="">
            <a:extLst xmlns:a="http://schemas.openxmlformats.org/drawingml/2006/main">
              <a:ext uri="{FF2B5EF4-FFF2-40B4-BE49-F238E27FC236}">
                <a16:creationId xmlns:a16="http://schemas.microsoft.com/office/drawing/2014/main" id="{A92D61FA-B6B8-4402-A615-3156CFF7E47D}"/>
              </a:ext>
            </a:extLst>
          </p:cNvPr>
          <p:cNvSpPr>
            <a:spLocks xmlns:a="http://schemas.openxmlformats.org/drawingml/2006/main" noGrp="1"/>
          </p:cNvSpPr>
          <p:nvPr/>
        </p:nvSpPr>
        <p:spPr>
          <a:xfrm xmlns:a="http://schemas.openxmlformats.org/drawingml/2006/main">
            <a:off x="1066800" y="3067050"/>
            <a:ext cx="4000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i="0">
                <a:solidFill>
                  <a:srgbClr val="163C2C"/>
                </a:solidFill>
              </a:defRPr>
            </a:pPr>
            <a:r>
              <a:rPr sz="1725" b="0" i="0">
                <a:solidFill>
                  <a:srgbClr val="163C2C"/>
                </a:solidFill>
              </a:rPr>
              <a:t>1. Start the dev UI</a:t>
            </a:r>
          </a:p>
          <a:p xmlns:a="http://schemas.openxmlformats.org/drawingml/2006/main">
            <a:pPr algn="l">
              <a:buNone/>
              <a:defRPr sz="1725" b="0" i="0">
                <a:solidFill>
                  <a:srgbClr val="163C2C"/>
                </a:solidFill>
              </a:defRPr>
            </a:pPr>
            <a:r>
              <a:rPr sz="1725" b="0" i="0">
                <a:solidFill>
                  <a:srgbClr val="163C2C"/>
                </a:solidFill>
              </a:rPr>
              <a:t>2. Select the agent</a:t>
            </a:r>
          </a:p>
          <a:p xmlns:a="http://schemas.openxmlformats.org/drawingml/2006/main">
            <a:pPr algn="l">
              <a:buNone/>
              <a:defRPr sz="1725" b="0" i="0">
                <a:solidFill>
                  <a:srgbClr val="163C2C"/>
                </a:solidFill>
              </a:defRPr>
            </a:pPr>
            <a:r>
              <a:rPr sz="1725" b="0" i="0">
                <a:solidFill>
                  <a:srgbClr val="163C2C"/>
                </a:solidFill>
              </a:rPr>
              <a:t>3. Allow microphone access</a:t>
            </a:r>
          </a:p>
          <a:p xmlns:a="http://schemas.openxmlformats.org/drawingml/2006/main">
            <a:pPr algn="l">
              <a:buNone/>
              <a:defRPr sz="1725" b="0" i="0">
                <a:solidFill>
                  <a:srgbClr val="163C2C"/>
                </a:solidFill>
              </a:defRPr>
            </a:pPr>
            <a:r>
              <a:rPr sz="1725" b="0" i="0">
                <a:solidFill>
                  <a:srgbClr val="163C2C"/>
                </a:solidFill>
              </a:rPr>
              <a:t>4. Ask for a room</a:t>
            </a:r>
          </a:p>
        </p:txBody>
      </p:sp>
      <p:sp>
        <p:nvSpPr>
          <p:cNvPr id="11" name="">
            <a:extLst xmlns:a="http://schemas.openxmlformats.org/drawingml/2006/main">
              <a:ext uri="{FF2B5EF4-FFF2-40B4-BE49-F238E27FC236}">
                <a16:creationId xmlns:a16="http://schemas.microsoft.com/office/drawing/2014/main" id="{EC4231B5-AD01-4AA2-8669-A989FA931BE2}"/>
              </a:ext>
            </a:extLst>
          </p:cNvPr>
          <p:cNvSpPr>
            <a:spLocks xmlns:a="http://schemas.openxmlformats.org/drawingml/2006/main" noGrp="1"/>
          </p:cNvSpPr>
          <p:nvPr/>
        </p:nvSpPr>
        <p:spPr>
          <a:xfrm xmlns:a="http://schemas.openxmlformats.org/drawingml/2006/main">
            <a:off x="7448550" y="2362200"/>
            <a:ext cx="1714500" cy="1714500"/>
          </a:xfrm>
          <a:prstGeom xmlns:a="http://schemas.openxmlformats.org/drawingml/2006/main" prst="ellipse">
            <a:avLst/>
          </a:prstGeom>
          <a:solidFill xmlns:a="http://schemas.openxmlformats.org/drawingml/2006/main">
            <a:srgbClr val="6FAF8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7F1B82E-E80B-4082-BE0A-EC425722DC8B}"/>
              </a:ext>
            </a:extLst>
          </p:cNvPr>
          <p:cNvSpPr>
            <a:spLocks xmlns:a="http://schemas.openxmlformats.org/drawingml/2006/main" noGrp="1"/>
          </p:cNvSpPr>
          <p:nvPr/>
        </p:nvSpPr>
        <p:spPr>
          <a:xfrm xmlns:a="http://schemas.openxmlformats.org/drawingml/2006/main">
            <a:off x="7448550" y="2952750"/>
            <a:ext cx="1714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250" b="1" i="0">
                <a:solidFill>
                  <a:srgbClr val="F7FBF8"/>
                </a:solidFill>
              </a:defRPr>
            </a:pPr>
            <a:r>
              <a:rPr sz="2250" b="1" i="0">
                <a:solidFill>
                  <a:srgbClr val="F7FBF8"/>
                </a:solidFill>
              </a:rPr>
              <a:t>MIC</a:t>
            </a:r>
          </a:p>
        </p:txBody>
      </p:sp>
      <p:sp>
        <p:nvSpPr>
          <p:cNvPr id="13" name="">
            <a:extLst xmlns:a="http://schemas.openxmlformats.org/drawingml/2006/main">
              <a:ext uri="{FF2B5EF4-FFF2-40B4-BE49-F238E27FC236}">
                <a16:creationId xmlns:a16="http://schemas.microsoft.com/office/drawing/2014/main" id="{371FFDEB-DE77-4DC1-BB3F-B185BD95117C}"/>
              </a:ext>
            </a:extLst>
          </p:cNvPr>
          <p:cNvSpPr>
            <a:spLocks xmlns:a="http://schemas.openxmlformats.org/drawingml/2006/main" noGrp="1"/>
          </p:cNvSpPr>
          <p:nvPr/>
        </p:nvSpPr>
        <p:spPr>
          <a:xfrm xmlns:a="http://schemas.openxmlformats.org/drawingml/2006/main">
            <a:off x="6400800" y="4772025"/>
            <a:ext cx="38100" cy="2095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3A00BEF-9C3F-41CC-802D-76C5434C968B}"/>
              </a:ext>
            </a:extLst>
          </p:cNvPr>
          <p:cNvSpPr>
            <a:spLocks xmlns:a="http://schemas.openxmlformats.org/drawingml/2006/main" noGrp="1"/>
          </p:cNvSpPr>
          <p:nvPr/>
        </p:nvSpPr>
        <p:spPr>
          <a:xfrm xmlns:a="http://schemas.openxmlformats.org/drawingml/2006/main">
            <a:off x="6572250" y="4676775"/>
            <a:ext cx="38100" cy="4000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3817E763-E508-40E3-96EF-117FB21A1101}"/>
              </a:ext>
            </a:extLst>
          </p:cNvPr>
          <p:cNvSpPr>
            <a:spLocks xmlns:a="http://schemas.openxmlformats.org/drawingml/2006/main" noGrp="1"/>
          </p:cNvSpPr>
          <p:nvPr/>
        </p:nvSpPr>
        <p:spPr>
          <a:xfrm xmlns:a="http://schemas.openxmlformats.org/drawingml/2006/main">
            <a:off x="6743700" y="4524375"/>
            <a:ext cx="38100" cy="7048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FB8E17F-C00F-41D4-9D70-694097C26193}"/>
              </a:ext>
            </a:extLst>
          </p:cNvPr>
          <p:cNvSpPr>
            <a:spLocks xmlns:a="http://schemas.openxmlformats.org/drawingml/2006/main" noGrp="1"/>
          </p:cNvSpPr>
          <p:nvPr/>
        </p:nvSpPr>
        <p:spPr>
          <a:xfrm xmlns:a="http://schemas.openxmlformats.org/drawingml/2006/main">
            <a:off x="6915150" y="4381500"/>
            <a:ext cx="38100" cy="9906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4678B3F-D3FB-493A-8DD3-901B815E63F7}"/>
              </a:ext>
            </a:extLst>
          </p:cNvPr>
          <p:cNvSpPr>
            <a:spLocks xmlns:a="http://schemas.openxmlformats.org/drawingml/2006/main" noGrp="1"/>
          </p:cNvSpPr>
          <p:nvPr/>
        </p:nvSpPr>
        <p:spPr>
          <a:xfrm xmlns:a="http://schemas.openxmlformats.org/drawingml/2006/main">
            <a:off x="7086600" y="4581525"/>
            <a:ext cx="38100" cy="5905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DB3F350-3078-409F-AB6C-67B23BF7FC07}"/>
              </a:ext>
            </a:extLst>
          </p:cNvPr>
          <p:cNvSpPr>
            <a:spLocks xmlns:a="http://schemas.openxmlformats.org/drawingml/2006/main" noGrp="1"/>
          </p:cNvSpPr>
          <p:nvPr/>
        </p:nvSpPr>
        <p:spPr>
          <a:xfrm xmlns:a="http://schemas.openxmlformats.org/drawingml/2006/main">
            <a:off x="7258050" y="4714875"/>
            <a:ext cx="38100" cy="3238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D82C054-94C3-4C41-B926-40DCBC05DC64}"/>
              </a:ext>
            </a:extLst>
          </p:cNvPr>
          <p:cNvSpPr>
            <a:spLocks xmlns:a="http://schemas.openxmlformats.org/drawingml/2006/main" noGrp="1"/>
          </p:cNvSpPr>
          <p:nvPr/>
        </p:nvSpPr>
        <p:spPr>
          <a:xfrm xmlns:a="http://schemas.openxmlformats.org/drawingml/2006/main">
            <a:off x="7429500" y="4438650"/>
            <a:ext cx="38100" cy="8763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658C385-5224-400E-B43F-45DA0FACA2D7}"/>
              </a:ext>
            </a:extLst>
          </p:cNvPr>
          <p:cNvSpPr>
            <a:spLocks xmlns:a="http://schemas.openxmlformats.org/drawingml/2006/main" noGrp="1"/>
          </p:cNvSpPr>
          <p:nvPr/>
        </p:nvSpPr>
        <p:spPr>
          <a:xfrm xmlns:a="http://schemas.openxmlformats.org/drawingml/2006/main">
            <a:off x="7600950" y="4248150"/>
            <a:ext cx="38100" cy="12573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920D101-5D84-4D77-ABC2-2F8ABDE69C1A}"/>
              </a:ext>
            </a:extLst>
          </p:cNvPr>
          <p:cNvSpPr>
            <a:spLocks xmlns:a="http://schemas.openxmlformats.org/drawingml/2006/main" noGrp="1"/>
          </p:cNvSpPr>
          <p:nvPr/>
        </p:nvSpPr>
        <p:spPr>
          <a:xfrm xmlns:a="http://schemas.openxmlformats.org/drawingml/2006/main">
            <a:off x="7772400" y="4467225"/>
            <a:ext cx="38100" cy="8191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2B986B9-A0BF-4086-9E2E-9DBBC8D5EAFA}"/>
              </a:ext>
            </a:extLst>
          </p:cNvPr>
          <p:cNvSpPr>
            <a:spLocks xmlns:a="http://schemas.openxmlformats.org/drawingml/2006/main" noGrp="1"/>
          </p:cNvSpPr>
          <p:nvPr/>
        </p:nvSpPr>
        <p:spPr>
          <a:xfrm xmlns:a="http://schemas.openxmlformats.org/drawingml/2006/main">
            <a:off x="7943850" y="4629150"/>
            <a:ext cx="38100" cy="4953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11D015A-BFA9-478F-868A-D1AF43AAF08B}"/>
              </a:ext>
            </a:extLst>
          </p:cNvPr>
          <p:cNvSpPr>
            <a:spLocks xmlns:a="http://schemas.openxmlformats.org/drawingml/2006/main" noGrp="1"/>
          </p:cNvSpPr>
          <p:nvPr/>
        </p:nvSpPr>
        <p:spPr>
          <a:xfrm xmlns:a="http://schemas.openxmlformats.org/drawingml/2006/main">
            <a:off x="8115300" y="4762500"/>
            <a:ext cx="38100" cy="2286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F481A84-E4BC-45AB-A3AC-124F723BC587}"/>
              </a:ext>
            </a:extLst>
          </p:cNvPr>
          <p:cNvSpPr>
            <a:spLocks xmlns:a="http://schemas.openxmlformats.org/drawingml/2006/main" noGrp="1"/>
          </p:cNvSpPr>
          <p:nvPr/>
        </p:nvSpPr>
        <p:spPr>
          <a:xfrm xmlns:a="http://schemas.openxmlformats.org/drawingml/2006/main">
            <a:off x="8286750" y="4562475"/>
            <a:ext cx="38100" cy="6286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6CCF517-79C1-4D0C-A254-B46CC5F715E4}"/>
              </a:ext>
            </a:extLst>
          </p:cNvPr>
          <p:cNvSpPr>
            <a:spLocks xmlns:a="http://schemas.openxmlformats.org/drawingml/2006/main" noGrp="1"/>
          </p:cNvSpPr>
          <p:nvPr/>
        </p:nvSpPr>
        <p:spPr>
          <a:xfrm xmlns:a="http://schemas.openxmlformats.org/drawingml/2006/main">
            <a:off x="8458200" y="4343400"/>
            <a:ext cx="38100" cy="10668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00AC31CF-27CE-4194-A968-78357836012A}"/>
              </a:ext>
            </a:extLst>
          </p:cNvPr>
          <p:cNvSpPr>
            <a:spLocks xmlns:a="http://schemas.openxmlformats.org/drawingml/2006/main" noGrp="1"/>
          </p:cNvSpPr>
          <p:nvPr/>
        </p:nvSpPr>
        <p:spPr>
          <a:xfrm xmlns:a="http://schemas.openxmlformats.org/drawingml/2006/main">
            <a:off x="8629650" y="4524375"/>
            <a:ext cx="38100" cy="7048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F4320E6-2F2A-44E4-AC70-76AF7DAD2834}"/>
              </a:ext>
            </a:extLst>
          </p:cNvPr>
          <p:cNvSpPr>
            <a:spLocks xmlns:a="http://schemas.openxmlformats.org/drawingml/2006/main" noGrp="1"/>
          </p:cNvSpPr>
          <p:nvPr/>
        </p:nvSpPr>
        <p:spPr>
          <a:xfrm xmlns:a="http://schemas.openxmlformats.org/drawingml/2006/main">
            <a:off x="8801100" y="4705350"/>
            <a:ext cx="38100" cy="3429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739EAC7-ACD6-4746-84EA-97ADB2086660}"/>
              </a:ext>
            </a:extLst>
          </p:cNvPr>
          <p:cNvSpPr>
            <a:spLocks xmlns:a="http://schemas.openxmlformats.org/drawingml/2006/main" noGrp="1"/>
          </p:cNvSpPr>
          <p:nvPr/>
        </p:nvSpPr>
        <p:spPr>
          <a:xfrm xmlns:a="http://schemas.openxmlformats.org/drawingml/2006/main">
            <a:off x="8972550" y="4781550"/>
            <a:ext cx="38100" cy="1905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37D9C47-6CEF-4997-8B3E-70E79A101E04}"/>
              </a:ext>
            </a:extLst>
          </p:cNvPr>
          <p:cNvSpPr>
            <a:spLocks xmlns:a="http://schemas.openxmlformats.org/drawingml/2006/main" noGrp="1"/>
          </p:cNvSpPr>
          <p:nvPr/>
        </p:nvSpPr>
        <p:spPr>
          <a:xfrm xmlns:a="http://schemas.openxmlformats.org/drawingml/2006/main">
            <a:off x="9144000" y="4629150"/>
            <a:ext cx="38100" cy="4953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11EF028C-3D1A-45E1-BECE-DCB6FAB8D0D0}"/>
              </a:ext>
            </a:extLst>
          </p:cNvPr>
          <p:cNvSpPr>
            <a:spLocks xmlns:a="http://schemas.openxmlformats.org/drawingml/2006/main" noGrp="1"/>
          </p:cNvSpPr>
          <p:nvPr/>
        </p:nvSpPr>
        <p:spPr>
          <a:xfrm xmlns:a="http://schemas.openxmlformats.org/drawingml/2006/main">
            <a:off x="9315450" y="4448175"/>
            <a:ext cx="38100" cy="8572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C3AA33F-39B0-4445-B14E-6D3597E83FDA}"/>
              </a:ext>
            </a:extLst>
          </p:cNvPr>
          <p:cNvSpPr>
            <a:spLocks xmlns:a="http://schemas.openxmlformats.org/drawingml/2006/main" noGrp="1"/>
          </p:cNvSpPr>
          <p:nvPr/>
        </p:nvSpPr>
        <p:spPr>
          <a:xfrm xmlns:a="http://schemas.openxmlformats.org/drawingml/2006/main">
            <a:off x="9486900" y="4657725"/>
            <a:ext cx="38100" cy="4381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BB3E03F0-6654-4188-9CFD-6FAD45FAD59B}"/>
              </a:ext>
            </a:extLst>
          </p:cNvPr>
          <p:cNvSpPr>
            <a:spLocks xmlns:a="http://schemas.openxmlformats.org/drawingml/2006/main" noGrp="1"/>
          </p:cNvSpPr>
          <p:nvPr/>
        </p:nvSpPr>
        <p:spPr>
          <a:xfrm xmlns:a="http://schemas.openxmlformats.org/drawingml/2006/main">
            <a:off x="9658350" y="4791075"/>
            <a:ext cx="38100" cy="1714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2D873A27-22F7-4066-9C36-8EB55F3B209D}"/>
              </a:ext>
            </a:extLst>
          </p:cNvPr>
          <p:cNvSpPr>
            <a:spLocks xmlns:a="http://schemas.openxmlformats.org/drawingml/2006/main" noGrp="1"/>
          </p:cNvSpPr>
          <p:nvPr/>
        </p:nvSpPr>
        <p:spPr>
          <a:xfrm xmlns:a="http://schemas.openxmlformats.org/drawingml/2006/main">
            <a:off x="6572250" y="5372100"/>
            <a:ext cx="4286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i="0">
                <a:solidFill>
                  <a:srgbClr val="163C2C"/>
                </a:solidFill>
              </a:defRPr>
            </a:pPr>
            <a:r>
              <a:rPr sz="1800" b="1" i="0">
                <a:solidFill>
                  <a:srgbClr val="163C2C"/>
                </a:solidFill>
              </a:rPr>
              <a:t>Say: “Find a room after three.”</a:t>
            </a:r>
          </a:p>
        </p:txBody>
      </p:sp>
    </p:spTree>
    <p:extLst>
      <p:ext uri="{BB962C8B-B14F-4D97-AF65-F5344CB8AC3E}">
        <p14:creationId xmlns:p14="http://schemas.microsoft.com/office/powerpoint/2010/main" val="1737627904"/>
      </p:ext>
    </p:extLst>
  </p:cSld>
</p:sld>
</file>

<file path=ppt/slides/slide10.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4DF89478-BBC8-4970-90E3-C92A4F90908E}"/>
              </a:ext>
            </a:extLst>
          </p:cNvPr>
          <p:cNvSpPr>
            <a:spLocks xmlns:a="http://schemas.openxmlformats.org/drawingml/2006/main" noGrp="1"/>
          </p:cNvSpPr>
          <p:nvPr/>
        </p:nvSpPr>
        <p:spPr>
          <a:xfrm xmlns:a="http://schemas.openxmlformats.org/drawingml/2006/main">
            <a:off x="685800" y="514350"/>
            <a:ext cx="76200" cy="28575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4265E5D-CCA4-46A6-B906-7F6C457CE1A6}"/>
              </a:ext>
            </a:extLst>
          </p:cNvPr>
          <p:cNvSpPr>
            <a:spLocks xmlns:a="http://schemas.openxmlformats.org/drawingml/2006/main" noGrp="1"/>
          </p:cNvSpPr>
          <p:nvPr/>
        </p:nvSpPr>
        <p:spPr>
          <a:xfrm xmlns:a="http://schemas.openxmlformats.org/drawingml/2006/main">
            <a:off x="895350" y="5048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i="0">
                <a:solidFill>
                  <a:srgbClr val="48B985"/>
                </a:solidFill>
              </a:defRPr>
            </a:pPr>
            <a:r>
              <a:rPr sz="1125" b="1" i="0">
                <a:solidFill>
                  <a:srgbClr val="48B985"/>
                </a:solidFill>
              </a:rPr>
              <a:t>Test the conversation</a:t>
            </a:r>
          </a:p>
        </p:txBody>
      </p:sp>
      <p:sp>
        <p:nvSpPr>
          <p:cNvPr id="3" name="">
            <a:extLst xmlns:a="http://schemas.openxmlformats.org/drawingml/2006/main">
              <a:ext uri="{FF2B5EF4-FFF2-40B4-BE49-F238E27FC236}">
                <a16:creationId xmlns:a16="http://schemas.microsoft.com/office/drawing/2014/main" id="{94673838-A9E0-496D-8BA5-39DB9DF64470}"/>
              </a:ext>
            </a:extLst>
          </p:cNvPr>
          <p:cNvSpPr>
            <a:spLocks xmlns:a="http://schemas.openxmlformats.org/drawingml/2006/main" noGrp="1"/>
          </p:cNvSpPr>
          <p:nvPr/>
        </p:nvSpPr>
        <p:spPr>
          <a:xfrm xmlns:a="http://schemas.openxmlformats.org/drawingml/2006/main">
            <a:off x="685800" y="933450"/>
            <a:ext cx="1082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i="0">
                <a:solidFill>
                  <a:srgbClr val="163C2C"/>
                </a:solidFill>
              </a:defRPr>
            </a:pPr>
            <a:r>
              <a:rPr sz="3150" b="1" i="0">
                <a:solidFill>
                  <a:srgbClr val="163C2C"/>
                </a:solidFill>
              </a:rPr>
              <a:t>Test beyond the happy path</a:t>
            </a:r>
          </a:p>
        </p:txBody>
      </p:sp>
      <p:sp>
        <p:nvSpPr>
          <p:cNvPr id="4" name="">
            <a:extLst xmlns:a="http://schemas.openxmlformats.org/drawingml/2006/main">
              <a:ext uri="{FF2B5EF4-FFF2-40B4-BE49-F238E27FC236}">
                <a16:creationId xmlns:a16="http://schemas.microsoft.com/office/drawing/2014/main" id="{BA32B613-1026-4B93-8A54-AC983B9C4E25}"/>
              </a:ext>
            </a:extLst>
          </p:cNvPr>
          <p:cNvSpPr>
            <a:spLocks xmlns:a="http://schemas.openxmlformats.org/drawingml/2006/main" noGrp="1"/>
          </p:cNvSpPr>
          <p:nvPr/>
        </p:nvSpPr>
        <p:spPr>
          <a:xfrm xmlns:a="http://schemas.openxmlformats.org/drawingml/2006/main">
            <a:off x="685800" y="156210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Voice quality emerges from timing, turn-taking, and recovery.</a:t>
            </a:r>
          </a:p>
        </p:txBody>
      </p:sp>
      <p:sp>
        <p:nvSpPr>
          <p:cNvPr id="5" name="">
            <a:extLst xmlns:a="http://schemas.openxmlformats.org/drawingml/2006/main">
              <a:ext uri="{FF2B5EF4-FFF2-40B4-BE49-F238E27FC236}">
                <a16:creationId xmlns:a16="http://schemas.microsoft.com/office/drawing/2014/main" id="{3D6AFC22-A213-49B6-88D0-B99384AEA353}"/>
              </a:ext>
            </a:extLst>
          </p:cNvPr>
          <p:cNvSpPr>
            <a:spLocks xmlns:a="http://schemas.openxmlformats.org/drawingml/2006/main" noGrp="1"/>
          </p:cNvSpPr>
          <p:nvPr/>
        </p:nvSpPr>
        <p:spPr>
          <a:xfrm xmlns:a="http://schemas.openxmlformats.org/drawingml/2006/main">
            <a:off x="685800" y="6448425"/>
            <a:ext cx="108204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C268E19-B800-41A8-9F59-6BF88C6964E7}"/>
              </a:ext>
            </a:extLst>
          </p:cNvPr>
          <p:cNvSpPr>
            <a:spLocks xmlns:a="http://schemas.openxmlformats.org/drawingml/2006/main" noGrp="1"/>
          </p:cNvSpPr>
          <p:nvPr/>
        </p:nvSpPr>
        <p:spPr>
          <a:xfrm xmlns:a="http://schemas.openxmlformats.org/drawingml/2006/main">
            <a:off x="685800" y="65246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00" b="1" i="0">
                <a:solidFill>
                  <a:srgbClr val="7F9389"/>
                </a:solidFill>
              </a:defRPr>
            </a:pPr>
            <a:r>
              <a:rPr sz="900" b="1" i="0">
                <a:solidFill>
                  <a:srgbClr val="7F9389"/>
                </a:solidFill>
              </a:rPr>
              <a:t>VOICE AGENTS × GOOGLE ADK</a:t>
            </a:r>
          </a:p>
        </p:txBody>
      </p:sp>
      <p:sp>
        <p:nvSpPr>
          <p:cNvPr id="7" name="">
            <a:extLst xmlns:a="http://schemas.openxmlformats.org/drawingml/2006/main">
              <a:ext uri="{FF2B5EF4-FFF2-40B4-BE49-F238E27FC236}">
                <a16:creationId xmlns:a16="http://schemas.microsoft.com/office/drawing/2014/main" id="{CEEC6444-D05A-4F8B-86FA-31E07046C8CD}"/>
              </a:ext>
            </a:extLst>
          </p:cNvPr>
          <p:cNvSpPr>
            <a:spLocks xmlns:a="http://schemas.openxmlformats.org/drawingml/2006/main" noGrp="1"/>
          </p:cNvSpPr>
          <p:nvPr/>
        </p:nvSpPr>
        <p:spPr>
          <a:xfrm xmlns:a="http://schemas.openxmlformats.org/drawingml/2006/main">
            <a:off x="10972800" y="6505575"/>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00" b="1" i="0">
                <a:solidFill>
                  <a:srgbClr val="7F9389"/>
                </a:solidFill>
              </a:defRPr>
            </a:pPr>
            <a:r>
              <a:rPr sz="900" b="1" i="0">
                <a:solidFill>
                  <a:srgbClr val="7F9389"/>
                </a:solidFill>
              </a:rPr>
              <a:t>10</a:t>
            </a:r>
          </a:p>
        </p:txBody>
      </p:sp>
      <p:sp>
        <p:nvSpPr>
          <p:cNvPr id="8" name="">
            <a:extLst xmlns:a="http://schemas.openxmlformats.org/drawingml/2006/main">
              <a:ext uri="{FF2B5EF4-FFF2-40B4-BE49-F238E27FC236}">
                <a16:creationId xmlns:a16="http://schemas.microsoft.com/office/drawing/2014/main" id="{604C76B1-9DA8-4772-BBCE-AA1DC5F51609}"/>
              </a:ext>
            </a:extLst>
          </p:cNvPr>
          <p:cNvSpPr>
            <a:spLocks xmlns:a="http://schemas.openxmlformats.org/drawingml/2006/main" noGrp="1"/>
          </p:cNvSpPr>
          <p:nvPr/>
        </p:nvSpPr>
        <p:spPr>
          <a:xfrm xmlns:a="http://schemas.openxmlformats.org/drawingml/2006/main">
            <a:off x="857250" y="222885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i="0">
                <a:solidFill>
                  <a:srgbClr val="159A64"/>
                </a:solidFill>
              </a:defRPr>
            </a:pPr>
            <a:r>
              <a:rPr sz="1350" b="1" i="0">
                <a:solidFill>
                  <a:srgbClr val="159A64"/>
                </a:solidFill>
              </a:rPr>
              <a:t>01</a:t>
            </a:r>
          </a:p>
        </p:txBody>
      </p:sp>
      <p:sp>
        <p:nvSpPr>
          <p:cNvPr id="9" name="">
            <a:extLst xmlns:a="http://schemas.openxmlformats.org/drawingml/2006/main">
              <a:ext uri="{FF2B5EF4-FFF2-40B4-BE49-F238E27FC236}">
                <a16:creationId xmlns:a16="http://schemas.microsoft.com/office/drawing/2014/main" id="{F38B7F32-3D82-47E1-9F3C-8FFB9E492FAF}"/>
              </a:ext>
            </a:extLst>
          </p:cNvPr>
          <p:cNvSpPr>
            <a:spLocks xmlns:a="http://schemas.openxmlformats.org/drawingml/2006/main" noGrp="1"/>
          </p:cNvSpPr>
          <p:nvPr/>
        </p:nvSpPr>
        <p:spPr>
          <a:xfrm xmlns:a="http://schemas.openxmlformats.org/drawingml/2006/main">
            <a:off x="1524000" y="22288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i="0">
                <a:solidFill>
                  <a:srgbClr val="163C2C"/>
                </a:solidFill>
              </a:defRPr>
            </a:pPr>
            <a:r>
              <a:rPr sz="1800" b="1" i="0">
                <a:solidFill>
                  <a:srgbClr val="163C2C"/>
                </a:solidFill>
              </a:rPr>
              <a:t>Normal</a:t>
            </a:r>
          </a:p>
        </p:txBody>
      </p:sp>
      <p:sp>
        <p:nvSpPr>
          <p:cNvPr id="10" name="">
            <a:extLst xmlns:a="http://schemas.openxmlformats.org/drawingml/2006/main">
              <a:ext uri="{FF2B5EF4-FFF2-40B4-BE49-F238E27FC236}">
                <a16:creationId xmlns:a16="http://schemas.microsoft.com/office/drawing/2014/main" id="{0978C51A-97DD-4A07-B46F-AFB1AA7766E5}"/>
              </a:ext>
            </a:extLst>
          </p:cNvPr>
          <p:cNvSpPr>
            <a:spLocks xmlns:a="http://schemas.openxmlformats.org/drawingml/2006/main" noGrp="1"/>
          </p:cNvSpPr>
          <p:nvPr/>
        </p:nvSpPr>
        <p:spPr>
          <a:xfrm xmlns:a="http://schemas.openxmlformats.org/drawingml/2006/main">
            <a:off x="3714750" y="2238375"/>
            <a:ext cx="581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i="0">
                <a:solidFill>
                  <a:srgbClr val="61786E"/>
                </a:solidFill>
              </a:defRPr>
            </a:pPr>
            <a:r>
              <a:rPr sz="1650" b="0" i="0">
                <a:solidFill>
                  <a:srgbClr val="61786E"/>
                </a:solidFill>
              </a:rPr>
              <a:t>Ask once; let it finish</a:t>
            </a:r>
          </a:p>
        </p:txBody>
      </p:sp>
      <p:sp>
        <p:nvSpPr>
          <p:cNvPr id="11" name="">
            <a:extLst xmlns:a="http://schemas.openxmlformats.org/drawingml/2006/main">
              <a:ext uri="{FF2B5EF4-FFF2-40B4-BE49-F238E27FC236}">
                <a16:creationId xmlns:a16="http://schemas.microsoft.com/office/drawing/2014/main" id="{06C0BDBA-E8E3-4B87-B18F-2F895910C59E}"/>
              </a:ext>
            </a:extLst>
          </p:cNvPr>
          <p:cNvSpPr>
            <a:spLocks xmlns:a="http://schemas.openxmlformats.org/drawingml/2006/main" noGrp="1"/>
          </p:cNvSpPr>
          <p:nvPr/>
        </p:nvSpPr>
        <p:spPr>
          <a:xfrm xmlns:a="http://schemas.openxmlformats.org/drawingml/2006/main">
            <a:off x="857250" y="2752725"/>
            <a:ext cx="97155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C46BE7D-EC3A-45E2-9E98-DCE4DFCDDF9A}"/>
              </a:ext>
            </a:extLst>
          </p:cNvPr>
          <p:cNvSpPr>
            <a:spLocks xmlns:a="http://schemas.openxmlformats.org/drawingml/2006/main" noGrp="1"/>
          </p:cNvSpPr>
          <p:nvPr/>
        </p:nvSpPr>
        <p:spPr>
          <a:xfrm xmlns:a="http://schemas.openxmlformats.org/drawingml/2006/main">
            <a:off x="857250" y="306705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i="0">
                <a:solidFill>
                  <a:srgbClr val="D05B65"/>
                </a:solidFill>
              </a:defRPr>
            </a:pPr>
            <a:r>
              <a:rPr sz="1350" b="1" i="0">
                <a:solidFill>
                  <a:srgbClr val="D05B65"/>
                </a:solidFill>
              </a:rPr>
              <a:t>02</a:t>
            </a:r>
          </a:p>
        </p:txBody>
      </p:sp>
      <p:sp>
        <p:nvSpPr>
          <p:cNvPr id="13" name="">
            <a:extLst xmlns:a="http://schemas.openxmlformats.org/drawingml/2006/main">
              <a:ext uri="{FF2B5EF4-FFF2-40B4-BE49-F238E27FC236}">
                <a16:creationId xmlns:a16="http://schemas.microsoft.com/office/drawing/2014/main" id="{11C53B05-14AC-4B26-B385-5DD2BEC72BD6}"/>
              </a:ext>
            </a:extLst>
          </p:cNvPr>
          <p:cNvSpPr>
            <a:spLocks xmlns:a="http://schemas.openxmlformats.org/drawingml/2006/main" noGrp="1"/>
          </p:cNvSpPr>
          <p:nvPr/>
        </p:nvSpPr>
        <p:spPr>
          <a:xfrm xmlns:a="http://schemas.openxmlformats.org/drawingml/2006/main">
            <a:off x="1524000" y="30670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i="0">
                <a:solidFill>
                  <a:srgbClr val="163C2C"/>
                </a:solidFill>
              </a:defRPr>
            </a:pPr>
            <a:r>
              <a:rPr sz="1800" b="1" i="0">
                <a:solidFill>
                  <a:srgbClr val="163C2C"/>
                </a:solidFill>
              </a:rPr>
              <a:t>Interrupt</a:t>
            </a:r>
          </a:p>
        </p:txBody>
      </p:sp>
      <p:sp>
        <p:nvSpPr>
          <p:cNvPr id="14" name="">
            <a:extLst xmlns:a="http://schemas.openxmlformats.org/drawingml/2006/main">
              <a:ext uri="{FF2B5EF4-FFF2-40B4-BE49-F238E27FC236}">
                <a16:creationId xmlns:a16="http://schemas.microsoft.com/office/drawing/2014/main" id="{8A3CA018-C9FE-4011-8A1E-4427589EE3AF}"/>
              </a:ext>
            </a:extLst>
          </p:cNvPr>
          <p:cNvSpPr>
            <a:spLocks xmlns:a="http://schemas.openxmlformats.org/drawingml/2006/main" noGrp="1"/>
          </p:cNvSpPr>
          <p:nvPr/>
        </p:nvSpPr>
        <p:spPr>
          <a:xfrm xmlns:a="http://schemas.openxmlformats.org/drawingml/2006/main">
            <a:off x="3714750" y="3076575"/>
            <a:ext cx="581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i="0">
                <a:solidFill>
                  <a:srgbClr val="61786E"/>
                </a:solidFill>
              </a:defRPr>
            </a:pPr>
            <a:r>
              <a:rPr sz="1650" b="0" i="0">
                <a:solidFill>
                  <a:srgbClr val="61786E"/>
                </a:solidFill>
              </a:rPr>
              <a:t>Speak over the answer</a:t>
            </a:r>
          </a:p>
        </p:txBody>
      </p:sp>
      <p:sp>
        <p:nvSpPr>
          <p:cNvPr id="15" name="">
            <a:extLst xmlns:a="http://schemas.openxmlformats.org/drawingml/2006/main">
              <a:ext uri="{FF2B5EF4-FFF2-40B4-BE49-F238E27FC236}">
                <a16:creationId xmlns:a16="http://schemas.microsoft.com/office/drawing/2014/main" id="{73EF9FC3-A774-4243-B841-7EEAC0F77B04}"/>
              </a:ext>
            </a:extLst>
          </p:cNvPr>
          <p:cNvSpPr>
            <a:spLocks xmlns:a="http://schemas.openxmlformats.org/drawingml/2006/main" noGrp="1"/>
          </p:cNvSpPr>
          <p:nvPr/>
        </p:nvSpPr>
        <p:spPr>
          <a:xfrm xmlns:a="http://schemas.openxmlformats.org/drawingml/2006/main">
            <a:off x="857250" y="3590925"/>
            <a:ext cx="97155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16A8CD4-A49C-4A36-9E18-C97D3A7940F7}"/>
              </a:ext>
            </a:extLst>
          </p:cNvPr>
          <p:cNvSpPr>
            <a:spLocks xmlns:a="http://schemas.openxmlformats.org/drawingml/2006/main" noGrp="1"/>
          </p:cNvSpPr>
          <p:nvPr/>
        </p:nvSpPr>
        <p:spPr>
          <a:xfrm xmlns:a="http://schemas.openxmlformats.org/drawingml/2006/main">
            <a:off x="857250" y="390525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i="0">
                <a:solidFill>
                  <a:srgbClr val="7FA847"/>
                </a:solidFill>
              </a:defRPr>
            </a:pPr>
            <a:r>
              <a:rPr sz="1350" b="1" i="0">
                <a:solidFill>
                  <a:srgbClr val="7FA847"/>
                </a:solidFill>
              </a:rPr>
              <a:t>03</a:t>
            </a:r>
          </a:p>
        </p:txBody>
      </p:sp>
      <p:sp>
        <p:nvSpPr>
          <p:cNvPr id="17" name="">
            <a:extLst xmlns:a="http://schemas.openxmlformats.org/drawingml/2006/main">
              <a:ext uri="{FF2B5EF4-FFF2-40B4-BE49-F238E27FC236}">
                <a16:creationId xmlns:a16="http://schemas.microsoft.com/office/drawing/2014/main" id="{C0C1C685-83B9-471C-A9EB-ECAD0E007752}"/>
              </a:ext>
            </a:extLst>
          </p:cNvPr>
          <p:cNvSpPr>
            <a:spLocks xmlns:a="http://schemas.openxmlformats.org/drawingml/2006/main" noGrp="1"/>
          </p:cNvSpPr>
          <p:nvPr/>
        </p:nvSpPr>
        <p:spPr>
          <a:xfrm xmlns:a="http://schemas.openxmlformats.org/drawingml/2006/main">
            <a:off x="1524000" y="39052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i="0">
                <a:solidFill>
                  <a:srgbClr val="163C2C"/>
                </a:solidFill>
              </a:defRPr>
            </a:pPr>
            <a:r>
              <a:rPr sz="1800" b="1" i="0">
                <a:solidFill>
                  <a:srgbClr val="163C2C"/>
                </a:solidFill>
              </a:rPr>
              <a:t>Pause</a:t>
            </a:r>
          </a:p>
        </p:txBody>
      </p:sp>
      <p:sp>
        <p:nvSpPr>
          <p:cNvPr id="18" name="">
            <a:extLst xmlns:a="http://schemas.openxmlformats.org/drawingml/2006/main">
              <a:ext uri="{FF2B5EF4-FFF2-40B4-BE49-F238E27FC236}">
                <a16:creationId xmlns:a16="http://schemas.microsoft.com/office/drawing/2014/main" id="{E0BAF8E0-7324-4F22-82F3-B391D3077B5A}"/>
              </a:ext>
            </a:extLst>
          </p:cNvPr>
          <p:cNvSpPr>
            <a:spLocks xmlns:a="http://schemas.openxmlformats.org/drawingml/2006/main" noGrp="1"/>
          </p:cNvSpPr>
          <p:nvPr/>
        </p:nvSpPr>
        <p:spPr>
          <a:xfrm xmlns:a="http://schemas.openxmlformats.org/drawingml/2006/main">
            <a:off x="3714750" y="3914775"/>
            <a:ext cx="581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i="0">
                <a:solidFill>
                  <a:srgbClr val="61786E"/>
                </a:solidFill>
              </a:defRPr>
            </a:pPr>
            <a:r>
              <a:rPr sz="1650" b="0" i="0">
                <a:solidFill>
                  <a:srgbClr val="61786E"/>
                </a:solidFill>
              </a:rPr>
              <a:t>Stop mid-sentence</a:t>
            </a:r>
          </a:p>
        </p:txBody>
      </p:sp>
      <p:sp>
        <p:nvSpPr>
          <p:cNvPr id="19" name="">
            <a:extLst xmlns:a="http://schemas.openxmlformats.org/drawingml/2006/main">
              <a:ext uri="{FF2B5EF4-FFF2-40B4-BE49-F238E27FC236}">
                <a16:creationId xmlns:a16="http://schemas.microsoft.com/office/drawing/2014/main" id="{AD0D0E34-178B-41C3-9DAB-EAE520632C67}"/>
              </a:ext>
            </a:extLst>
          </p:cNvPr>
          <p:cNvSpPr>
            <a:spLocks xmlns:a="http://schemas.openxmlformats.org/drawingml/2006/main" noGrp="1"/>
          </p:cNvSpPr>
          <p:nvPr/>
        </p:nvSpPr>
        <p:spPr>
          <a:xfrm xmlns:a="http://schemas.openxmlformats.org/drawingml/2006/main">
            <a:off x="857250" y="4429125"/>
            <a:ext cx="97155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D90E9A2-AAF0-4993-A347-8D3E25AC2CCA}"/>
              </a:ext>
            </a:extLst>
          </p:cNvPr>
          <p:cNvSpPr>
            <a:spLocks xmlns:a="http://schemas.openxmlformats.org/drawingml/2006/main" noGrp="1"/>
          </p:cNvSpPr>
          <p:nvPr/>
        </p:nvSpPr>
        <p:spPr>
          <a:xfrm xmlns:a="http://schemas.openxmlformats.org/drawingml/2006/main">
            <a:off x="857250" y="474345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i="0">
                <a:solidFill>
                  <a:srgbClr val="48B985"/>
                </a:solidFill>
              </a:defRPr>
            </a:pPr>
            <a:r>
              <a:rPr sz="1350" b="1" i="0">
                <a:solidFill>
                  <a:srgbClr val="48B985"/>
                </a:solidFill>
              </a:rPr>
              <a:t>04</a:t>
            </a:r>
          </a:p>
        </p:txBody>
      </p:sp>
      <p:sp>
        <p:nvSpPr>
          <p:cNvPr id="21" name="">
            <a:extLst xmlns:a="http://schemas.openxmlformats.org/drawingml/2006/main">
              <a:ext uri="{FF2B5EF4-FFF2-40B4-BE49-F238E27FC236}">
                <a16:creationId xmlns:a16="http://schemas.microsoft.com/office/drawing/2014/main" id="{5B2F4BA9-83D1-40DC-80E4-014CA5735912}"/>
              </a:ext>
            </a:extLst>
          </p:cNvPr>
          <p:cNvSpPr>
            <a:spLocks xmlns:a="http://schemas.openxmlformats.org/drawingml/2006/main" noGrp="1"/>
          </p:cNvSpPr>
          <p:nvPr/>
        </p:nvSpPr>
        <p:spPr>
          <a:xfrm xmlns:a="http://schemas.openxmlformats.org/drawingml/2006/main">
            <a:off x="1524000" y="47434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i="0">
                <a:solidFill>
                  <a:srgbClr val="163C2C"/>
                </a:solidFill>
              </a:defRPr>
            </a:pPr>
            <a:r>
              <a:rPr sz="1800" b="1" i="0">
                <a:solidFill>
                  <a:srgbClr val="163C2C"/>
                </a:solidFill>
              </a:rPr>
              <a:t>Correct</a:t>
            </a:r>
          </a:p>
        </p:txBody>
      </p:sp>
      <p:sp>
        <p:nvSpPr>
          <p:cNvPr id="22" name="">
            <a:extLst xmlns:a="http://schemas.openxmlformats.org/drawingml/2006/main">
              <a:ext uri="{FF2B5EF4-FFF2-40B4-BE49-F238E27FC236}">
                <a16:creationId xmlns:a16="http://schemas.microsoft.com/office/drawing/2014/main" id="{40E61AAC-0574-4B61-9A12-3B9E62BA3782}"/>
              </a:ext>
            </a:extLst>
          </p:cNvPr>
          <p:cNvSpPr>
            <a:spLocks xmlns:a="http://schemas.openxmlformats.org/drawingml/2006/main" noGrp="1"/>
          </p:cNvSpPr>
          <p:nvPr/>
        </p:nvSpPr>
        <p:spPr>
          <a:xfrm xmlns:a="http://schemas.openxmlformats.org/drawingml/2006/main">
            <a:off x="3714750" y="4752975"/>
            <a:ext cx="581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i="0">
                <a:solidFill>
                  <a:srgbClr val="61786E"/>
                </a:solidFill>
              </a:defRPr>
            </a:pPr>
            <a:r>
              <a:rPr sz="1650" b="0" i="0">
                <a:solidFill>
                  <a:srgbClr val="61786E"/>
                </a:solidFill>
              </a:rPr>
              <a:t>Change ‘two’ to ‘three’</a:t>
            </a:r>
          </a:p>
        </p:txBody>
      </p:sp>
      <p:sp>
        <p:nvSpPr>
          <p:cNvPr id="23" name="">
            <a:extLst xmlns:a="http://schemas.openxmlformats.org/drawingml/2006/main">
              <a:ext uri="{FF2B5EF4-FFF2-40B4-BE49-F238E27FC236}">
                <a16:creationId xmlns:a16="http://schemas.microsoft.com/office/drawing/2014/main" id="{04476CA4-EEF9-4B85-B47B-87847D53C0BF}"/>
              </a:ext>
            </a:extLst>
          </p:cNvPr>
          <p:cNvSpPr>
            <a:spLocks xmlns:a="http://schemas.openxmlformats.org/drawingml/2006/main" noGrp="1"/>
          </p:cNvSpPr>
          <p:nvPr/>
        </p:nvSpPr>
        <p:spPr>
          <a:xfrm xmlns:a="http://schemas.openxmlformats.org/drawingml/2006/main">
            <a:off x="857250" y="5267325"/>
            <a:ext cx="97155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F3C924E-FC25-4AB7-BC7F-4D296AAF0A74}"/>
              </a:ext>
            </a:extLst>
          </p:cNvPr>
          <p:cNvSpPr>
            <a:spLocks xmlns:a="http://schemas.openxmlformats.org/drawingml/2006/main" noGrp="1"/>
          </p:cNvSpPr>
          <p:nvPr/>
        </p:nvSpPr>
        <p:spPr>
          <a:xfrm xmlns:a="http://schemas.openxmlformats.org/drawingml/2006/main">
            <a:off x="1790700" y="567690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75" b="1" i="0">
                <a:solidFill>
                  <a:srgbClr val="48B985"/>
                </a:solidFill>
              </a:defRPr>
            </a:pPr>
            <a:r>
              <a:rPr sz="1875" b="1" i="0">
                <a:solidFill>
                  <a:srgbClr val="48B985"/>
                </a:solidFill>
              </a:rPr>
              <a:t>Write down the first moment that feels awkward.</a:t>
            </a:r>
          </a:p>
        </p:txBody>
      </p:sp>
    </p:spTree>
    <p:extLst>
      <p:ext uri="{BB962C8B-B14F-4D97-AF65-F5344CB8AC3E}">
        <p14:creationId xmlns:p14="http://schemas.microsoft.com/office/powerpoint/2010/main" val="1697140949"/>
      </p:ext>
    </p:extLst>
  </p:cSld>
</p:sld>
</file>

<file path=ppt/slides/slide11.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BB627550-978A-4249-A8EC-019F4BB618BA}"/>
              </a:ext>
            </a:extLst>
          </p:cNvPr>
          <p:cNvSpPr>
            <a:spLocks xmlns:a="http://schemas.openxmlformats.org/drawingml/2006/main" noGrp="1"/>
          </p:cNvSpPr>
          <p:nvPr/>
        </p:nvSpPr>
        <p:spPr>
          <a:xfrm xmlns:a="http://schemas.openxmlformats.org/drawingml/2006/main">
            <a:off x="685800" y="514350"/>
            <a:ext cx="76200" cy="2857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EEB53CF-AA81-49F1-A817-9710FABEEBF5}"/>
              </a:ext>
            </a:extLst>
          </p:cNvPr>
          <p:cNvSpPr>
            <a:spLocks xmlns:a="http://schemas.openxmlformats.org/drawingml/2006/main" noGrp="1"/>
          </p:cNvSpPr>
          <p:nvPr/>
        </p:nvSpPr>
        <p:spPr>
          <a:xfrm xmlns:a="http://schemas.openxmlformats.org/drawingml/2006/main">
            <a:off x="895350" y="5048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i="0">
                <a:solidFill>
                  <a:srgbClr val="159A64"/>
                </a:solidFill>
              </a:defRPr>
            </a:pPr>
            <a:r>
              <a:rPr sz="1125" b="1" i="0">
                <a:solidFill>
                  <a:srgbClr val="159A64"/>
                </a:solidFill>
              </a:rPr>
              <a:t>See what happens underneath</a:t>
            </a:r>
          </a:p>
        </p:txBody>
      </p:sp>
      <p:sp>
        <p:nvSpPr>
          <p:cNvPr id="3" name="">
            <a:extLst xmlns:a="http://schemas.openxmlformats.org/drawingml/2006/main">
              <a:ext uri="{FF2B5EF4-FFF2-40B4-BE49-F238E27FC236}">
                <a16:creationId xmlns:a16="http://schemas.microsoft.com/office/drawing/2014/main" id="{28F72B51-4A33-4641-9815-2DAF1282ADDE}"/>
              </a:ext>
            </a:extLst>
          </p:cNvPr>
          <p:cNvSpPr>
            <a:spLocks xmlns:a="http://schemas.openxmlformats.org/drawingml/2006/main" noGrp="1"/>
          </p:cNvSpPr>
          <p:nvPr/>
        </p:nvSpPr>
        <p:spPr>
          <a:xfrm xmlns:a="http://schemas.openxmlformats.org/drawingml/2006/main">
            <a:off x="685800" y="933450"/>
            <a:ext cx="1082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i="0">
                <a:solidFill>
                  <a:srgbClr val="163C2C"/>
                </a:solidFill>
              </a:defRPr>
            </a:pPr>
            <a:r>
              <a:rPr sz="3150" b="1" i="0">
                <a:solidFill>
                  <a:srgbClr val="163C2C"/>
                </a:solidFill>
              </a:rPr>
              <a:t>Barge-in is a race between two audio streams</a:t>
            </a:r>
          </a:p>
        </p:txBody>
      </p:sp>
      <p:sp>
        <p:nvSpPr>
          <p:cNvPr id="4" name="">
            <a:extLst xmlns:a="http://schemas.openxmlformats.org/drawingml/2006/main">
              <a:ext uri="{FF2B5EF4-FFF2-40B4-BE49-F238E27FC236}">
                <a16:creationId xmlns:a16="http://schemas.microsoft.com/office/drawing/2014/main" id="{2EFA4614-4288-4252-9E68-3A5E2A06D1EC}"/>
              </a:ext>
            </a:extLst>
          </p:cNvPr>
          <p:cNvSpPr>
            <a:spLocks xmlns:a="http://schemas.openxmlformats.org/drawingml/2006/main" noGrp="1"/>
          </p:cNvSpPr>
          <p:nvPr/>
        </p:nvSpPr>
        <p:spPr>
          <a:xfrm xmlns:a="http://schemas.openxmlformats.org/drawingml/2006/main">
            <a:off x="685800" y="156210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VAD decides activity; cancellation decides whether the agent yields.</a:t>
            </a:r>
          </a:p>
        </p:txBody>
      </p:sp>
      <p:sp>
        <p:nvSpPr>
          <p:cNvPr id="5" name="">
            <a:extLst xmlns:a="http://schemas.openxmlformats.org/drawingml/2006/main">
              <a:ext uri="{FF2B5EF4-FFF2-40B4-BE49-F238E27FC236}">
                <a16:creationId xmlns:a16="http://schemas.microsoft.com/office/drawing/2014/main" id="{DFC3C47D-0489-4D1E-A2AA-8F50D2F85F65}"/>
              </a:ext>
            </a:extLst>
          </p:cNvPr>
          <p:cNvSpPr>
            <a:spLocks xmlns:a="http://schemas.openxmlformats.org/drawingml/2006/main" noGrp="1"/>
          </p:cNvSpPr>
          <p:nvPr/>
        </p:nvSpPr>
        <p:spPr>
          <a:xfrm xmlns:a="http://schemas.openxmlformats.org/drawingml/2006/main">
            <a:off x="685800" y="6448425"/>
            <a:ext cx="108204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DABC384-5EE5-4660-94D0-A92E4A8BCE31}"/>
              </a:ext>
            </a:extLst>
          </p:cNvPr>
          <p:cNvSpPr>
            <a:spLocks xmlns:a="http://schemas.openxmlformats.org/drawingml/2006/main" noGrp="1"/>
          </p:cNvSpPr>
          <p:nvPr/>
        </p:nvSpPr>
        <p:spPr>
          <a:xfrm xmlns:a="http://schemas.openxmlformats.org/drawingml/2006/main">
            <a:off x="685800" y="65246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00" b="1" i="0">
                <a:solidFill>
                  <a:srgbClr val="7F9389"/>
                </a:solidFill>
              </a:defRPr>
            </a:pPr>
            <a:r>
              <a:rPr sz="900" b="1" i="0">
                <a:solidFill>
                  <a:srgbClr val="7F9389"/>
                </a:solidFill>
              </a:rPr>
              <a:t>VOICE AGENTS × GOOGLE ADK</a:t>
            </a:r>
          </a:p>
        </p:txBody>
      </p:sp>
      <p:sp>
        <p:nvSpPr>
          <p:cNvPr id="7" name="">
            <a:extLst xmlns:a="http://schemas.openxmlformats.org/drawingml/2006/main">
              <a:ext uri="{FF2B5EF4-FFF2-40B4-BE49-F238E27FC236}">
                <a16:creationId xmlns:a16="http://schemas.microsoft.com/office/drawing/2014/main" id="{E039EF98-995C-4AEF-9E75-F223134653CD}"/>
              </a:ext>
            </a:extLst>
          </p:cNvPr>
          <p:cNvSpPr>
            <a:spLocks xmlns:a="http://schemas.openxmlformats.org/drawingml/2006/main" noGrp="1"/>
          </p:cNvSpPr>
          <p:nvPr/>
        </p:nvSpPr>
        <p:spPr>
          <a:xfrm xmlns:a="http://schemas.openxmlformats.org/drawingml/2006/main">
            <a:off x="10972800" y="6505575"/>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00" b="1" i="0">
                <a:solidFill>
                  <a:srgbClr val="7F9389"/>
                </a:solidFill>
              </a:defRPr>
            </a:pPr>
            <a:r>
              <a:rPr sz="900" b="1" i="0">
                <a:solidFill>
                  <a:srgbClr val="7F9389"/>
                </a:solidFill>
              </a:rPr>
              <a:t>11</a:t>
            </a:r>
          </a:p>
        </p:txBody>
      </p:sp>
      <p:sp>
        <p:nvSpPr>
          <p:cNvPr id="8" name="">
            <a:extLst xmlns:a="http://schemas.openxmlformats.org/drawingml/2006/main">
              <a:ext uri="{FF2B5EF4-FFF2-40B4-BE49-F238E27FC236}">
                <a16:creationId xmlns:a16="http://schemas.microsoft.com/office/drawing/2014/main" id="{BB351C01-2CDD-4D0F-AE89-ABFB1D8BFE2D}"/>
              </a:ext>
            </a:extLst>
          </p:cNvPr>
          <p:cNvSpPr>
            <a:spLocks xmlns:a="http://schemas.openxmlformats.org/drawingml/2006/main" noGrp="1"/>
          </p:cNvSpPr>
          <p:nvPr/>
        </p:nvSpPr>
        <p:spPr>
          <a:xfrm xmlns:a="http://schemas.openxmlformats.org/drawingml/2006/main">
            <a:off x="838200" y="23622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i="0">
                <a:solidFill>
                  <a:srgbClr val="48B985"/>
                </a:solidFill>
              </a:defRPr>
            </a:pPr>
            <a:r>
              <a:rPr sz="1350" b="1" i="0">
                <a:solidFill>
                  <a:srgbClr val="48B985"/>
                </a:solidFill>
              </a:rPr>
              <a:t>USER</a:t>
            </a:r>
          </a:p>
        </p:txBody>
      </p:sp>
      <p:sp>
        <p:nvSpPr>
          <p:cNvPr id="9" name="">
            <a:extLst xmlns:a="http://schemas.openxmlformats.org/drawingml/2006/main">
              <a:ext uri="{FF2B5EF4-FFF2-40B4-BE49-F238E27FC236}">
                <a16:creationId xmlns:a16="http://schemas.microsoft.com/office/drawing/2014/main" id="{7E23528B-1F94-4C46-AD41-1FA828B45BFA}"/>
              </a:ext>
            </a:extLst>
          </p:cNvPr>
          <p:cNvSpPr>
            <a:spLocks xmlns:a="http://schemas.openxmlformats.org/drawingml/2006/main" noGrp="1"/>
          </p:cNvSpPr>
          <p:nvPr/>
        </p:nvSpPr>
        <p:spPr>
          <a:xfrm xmlns:a="http://schemas.openxmlformats.org/drawingml/2006/main">
            <a:off x="2133600" y="2428875"/>
            <a:ext cx="38100" cy="17145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953491C-3AA6-4551-89AC-4EE455D1002D}"/>
              </a:ext>
            </a:extLst>
          </p:cNvPr>
          <p:cNvSpPr>
            <a:spLocks xmlns:a="http://schemas.openxmlformats.org/drawingml/2006/main" noGrp="1"/>
          </p:cNvSpPr>
          <p:nvPr/>
        </p:nvSpPr>
        <p:spPr>
          <a:xfrm xmlns:a="http://schemas.openxmlformats.org/drawingml/2006/main">
            <a:off x="2305050" y="2352675"/>
            <a:ext cx="38100" cy="32385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59DEF66-B8BF-4639-9F9E-C59EC2EBE813}"/>
              </a:ext>
            </a:extLst>
          </p:cNvPr>
          <p:cNvSpPr>
            <a:spLocks xmlns:a="http://schemas.openxmlformats.org/drawingml/2006/main" noGrp="1"/>
          </p:cNvSpPr>
          <p:nvPr/>
        </p:nvSpPr>
        <p:spPr>
          <a:xfrm xmlns:a="http://schemas.openxmlformats.org/drawingml/2006/main">
            <a:off x="2476500" y="2219325"/>
            <a:ext cx="38100" cy="59055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E5B700E-1C11-4155-AAFB-89E54D11547B}"/>
              </a:ext>
            </a:extLst>
          </p:cNvPr>
          <p:cNvSpPr>
            <a:spLocks xmlns:a="http://schemas.openxmlformats.org/drawingml/2006/main" noGrp="1"/>
          </p:cNvSpPr>
          <p:nvPr/>
        </p:nvSpPr>
        <p:spPr>
          <a:xfrm xmlns:a="http://schemas.openxmlformats.org/drawingml/2006/main">
            <a:off x="2647950" y="2057400"/>
            <a:ext cx="38100" cy="91440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7245AEB-D621-4873-A59B-A888E8626D27}"/>
              </a:ext>
            </a:extLst>
          </p:cNvPr>
          <p:cNvSpPr>
            <a:spLocks xmlns:a="http://schemas.openxmlformats.org/drawingml/2006/main" noGrp="1"/>
          </p:cNvSpPr>
          <p:nvPr/>
        </p:nvSpPr>
        <p:spPr>
          <a:xfrm xmlns:a="http://schemas.openxmlformats.org/drawingml/2006/main">
            <a:off x="2819400" y="2238375"/>
            <a:ext cx="38100" cy="55245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4C13778-F496-4BFB-8145-4CBF21FD87F2}"/>
              </a:ext>
            </a:extLst>
          </p:cNvPr>
          <p:cNvSpPr>
            <a:spLocks xmlns:a="http://schemas.openxmlformats.org/drawingml/2006/main" noGrp="1"/>
          </p:cNvSpPr>
          <p:nvPr/>
        </p:nvSpPr>
        <p:spPr>
          <a:xfrm xmlns:a="http://schemas.openxmlformats.org/drawingml/2006/main">
            <a:off x="2990850" y="2381250"/>
            <a:ext cx="38100" cy="26670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1424067-8359-446F-BC76-4DF1E4568EC4}"/>
              </a:ext>
            </a:extLst>
          </p:cNvPr>
          <p:cNvSpPr>
            <a:spLocks xmlns:a="http://schemas.openxmlformats.org/drawingml/2006/main" noGrp="1"/>
          </p:cNvSpPr>
          <p:nvPr/>
        </p:nvSpPr>
        <p:spPr>
          <a:xfrm xmlns:a="http://schemas.openxmlformats.org/drawingml/2006/main">
            <a:off x="3162300" y="2162175"/>
            <a:ext cx="38100" cy="70485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E411DC3-B0E0-46E1-A841-235A40DBEE00}"/>
              </a:ext>
            </a:extLst>
          </p:cNvPr>
          <p:cNvSpPr>
            <a:spLocks xmlns:a="http://schemas.openxmlformats.org/drawingml/2006/main" noGrp="1"/>
          </p:cNvSpPr>
          <p:nvPr/>
        </p:nvSpPr>
        <p:spPr>
          <a:xfrm xmlns:a="http://schemas.openxmlformats.org/drawingml/2006/main">
            <a:off x="3333750" y="1943100"/>
            <a:ext cx="38100" cy="114300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476E4C6-2142-4DC6-B349-7B802748FD99}"/>
              </a:ext>
            </a:extLst>
          </p:cNvPr>
          <p:cNvSpPr>
            <a:spLocks xmlns:a="http://schemas.openxmlformats.org/drawingml/2006/main" noGrp="1"/>
          </p:cNvSpPr>
          <p:nvPr/>
        </p:nvSpPr>
        <p:spPr>
          <a:xfrm xmlns:a="http://schemas.openxmlformats.org/drawingml/2006/main">
            <a:off x="3505200" y="2114550"/>
            <a:ext cx="38100" cy="80010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D9C561E-684D-445B-9E02-EAE739249D32}"/>
              </a:ext>
            </a:extLst>
          </p:cNvPr>
          <p:cNvSpPr>
            <a:spLocks xmlns:a="http://schemas.openxmlformats.org/drawingml/2006/main" noGrp="1"/>
          </p:cNvSpPr>
          <p:nvPr/>
        </p:nvSpPr>
        <p:spPr>
          <a:xfrm xmlns:a="http://schemas.openxmlformats.org/drawingml/2006/main">
            <a:off x="3676650" y="2295525"/>
            <a:ext cx="38100" cy="43815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0C99C7F-54B9-4CA1-A299-EC6D297FD722}"/>
              </a:ext>
            </a:extLst>
          </p:cNvPr>
          <p:cNvSpPr>
            <a:spLocks xmlns:a="http://schemas.openxmlformats.org/drawingml/2006/main" noGrp="1"/>
          </p:cNvSpPr>
          <p:nvPr/>
        </p:nvSpPr>
        <p:spPr>
          <a:xfrm xmlns:a="http://schemas.openxmlformats.org/drawingml/2006/main">
            <a:off x="3848100" y="2419350"/>
            <a:ext cx="38100" cy="19050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DA0F705-F12D-459A-9626-E062920DF552}"/>
              </a:ext>
            </a:extLst>
          </p:cNvPr>
          <p:cNvSpPr>
            <a:spLocks xmlns:a="http://schemas.openxmlformats.org/drawingml/2006/main" noGrp="1"/>
          </p:cNvSpPr>
          <p:nvPr/>
        </p:nvSpPr>
        <p:spPr>
          <a:xfrm xmlns:a="http://schemas.openxmlformats.org/drawingml/2006/main">
            <a:off x="4019550" y="2314575"/>
            <a:ext cx="38100" cy="40005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42E1503-6047-4A6E-BD74-A6EF3C597BBD}"/>
              </a:ext>
            </a:extLst>
          </p:cNvPr>
          <p:cNvSpPr>
            <a:spLocks xmlns:a="http://schemas.openxmlformats.org/drawingml/2006/main" noGrp="1"/>
          </p:cNvSpPr>
          <p:nvPr/>
        </p:nvSpPr>
        <p:spPr>
          <a:xfrm xmlns:a="http://schemas.openxmlformats.org/drawingml/2006/main">
            <a:off x="4191000" y="2181225"/>
            <a:ext cx="38100" cy="66675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D905372-EAD9-49C7-B31A-3816FFA4AFCD}"/>
              </a:ext>
            </a:extLst>
          </p:cNvPr>
          <p:cNvSpPr>
            <a:spLocks xmlns:a="http://schemas.openxmlformats.org/drawingml/2006/main" noGrp="1"/>
          </p:cNvSpPr>
          <p:nvPr/>
        </p:nvSpPr>
        <p:spPr>
          <a:xfrm xmlns:a="http://schemas.openxmlformats.org/drawingml/2006/main">
            <a:off x="838200" y="36385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i="0">
                <a:solidFill>
                  <a:srgbClr val="159A64"/>
                </a:solidFill>
              </a:defRPr>
            </a:pPr>
            <a:r>
              <a:rPr sz="1350" b="1" i="0">
                <a:solidFill>
                  <a:srgbClr val="159A64"/>
                </a:solidFill>
              </a:rPr>
              <a:t>AGENT</a:t>
            </a:r>
          </a:p>
        </p:txBody>
      </p:sp>
      <p:sp>
        <p:nvSpPr>
          <p:cNvPr id="23" name="">
            <a:extLst xmlns:a="http://schemas.openxmlformats.org/drawingml/2006/main">
              <a:ext uri="{FF2B5EF4-FFF2-40B4-BE49-F238E27FC236}">
                <a16:creationId xmlns:a16="http://schemas.microsoft.com/office/drawing/2014/main" id="{25C8D300-4AE7-489F-BA5B-E33389F72C14}"/>
              </a:ext>
            </a:extLst>
          </p:cNvPr>
          <p:cNvSpPr>
            <a:spLocks xmlns:a="http://schemas.openxmlformats.org/drawingml/2006/main" noGrp="1"/>
          </p:cNvSpPr>
          <p:nvPr/>
        </p:nvSpPr>
        <p:spPr>
          <a:xfrm xmlns:a="http://schemas.openxmlformats.org/drawingml/2006/main">
            <a:off x="2133600" y="3667125"/>
            <a:ext cx="38100" cy="2476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7A0E9B7-2F6F-4318-8609-A803425AFA20}"/>
              </a:ext>
            </a:extLst>
          </p:cNvPr>
          <p:cNvSpPr>
            <a:spLocks xmlns:a="http://schemas.openxmlformats.org/drawingml/2006/main" noGrp="1"/>
          </p:cNvSpPr>
          <p:nvPr/>
        </p:nvSpPr>
        <p:spPr>
          <a:xfrm xmlns:a="http://schemas.openxmlformats.org/drawingml/2006/main">
            <a:off x="2305050" y="3543300"/>
            <a:ext cx="38100" cy="4953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1E49C0D-2C38-46A4-8B3A-5F5B9D9962EB}"/>
              </a:ext>
            </a:extLst>
          </p:cNvPr>
          <p:cNvSpPr>
            <a:spLocks xmlns:a="http://schemas.openxmlformats.org/drawingml/2006/main" noGrp="1"/>
          </p:cNvSpPr>
          <p:nvPr/>
        </p:nvSpPr>
        <p:spPr>
          <a:xfrm xmlns:a="http://schemas.openxmlformats.org/drawingml/2006/main">
            <a:off x="2476500" y="3381375"/>
            <a:ext cx="38100" cy="8191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B482BD01-4DCE-4C7F-99C6-091F86820C8E}"/>
              </a:ext>
            </a:extLst>
          </p:cNvPr>
          <p:cNvSpPr>
            <a:spLocks xmlns:a="http://schemas.openxmlformats.org/drawingml/2006/main" noGrp="1"/>
          </p:cNvSpPr>
          <p:nvPr/>
        </p:nvSpPr>
        <p:spPr>
          <a:xfrm xmlns:a="http://schemas.openxmlformats.org/drawingml/2006/main">
            <a:off x="2647950" y="3209925"/>
            <a:ext cx="38100" cy="11620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B030172-4246-4065-A8A7-4C7069547177}"/>
              </a:ext>
            </a:extLst>
          </p:cNvPr>
          <p:cNvSpPr>
            <a:spLocks xmlns:a="http://schemas.openxmlformats.org/drawingml/2006/main" noGrp="1"/>
          </p:cNvSpPr>
          <p:nvPr/>
        </p:nvSpPr>
        <p:spPr>
          <a:xfrm xmlns:a="http://schemas.openxmlformats.org/drawingml/2006/main">
            <a:off x="2819400" y="3419475"/>
            <a:ext cx="38100" cy="7429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A56DDA0-0CCA-43D9-9F05-E4C6FA89E31A}"/>
              </a:ext>
            </a:extLst>
          </p:cNvPr>
          <p:cNvSpPr>
            <a:spLocks xmlns:a="http://schemas.openxmlformats.org/drawingml/2006/main" noGrp="1"/>
          </p:cNvSpPr>
          <p:nvPr/>
        </p:nvSpPr>
        <p:spPr>
          <a:xfrm xmlns:a="http://schemas.openxmlformats.org/drawingml/2006/main">
            <a:off x="2990850" y="3600450"/>
            <a:ext cx="38100" cy="3810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CCAB3AD-FF90-47B5-AE2D-BB70D8F2A735}"/>
              </a:ext>
            </a:extLst>
          </p:cNvPr>
          <p:cNvSpPr>
            <a:spLocks xmlns:a="http://schemas.openxmlformats.org/drawingml/2006/main" noGrp="1"/>
          </p:cNvSpPr>
          <p:nvPr/>
        </p:nvSpPr>
        <p:spPr>
          <a:xfrm xmlns:a="http://schemas.openxmlformats.org/drawingml/2006/main">
            <a:off x="3162300" y="3324225"/>
            <a:ext cx="38100" cy="9334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FA586DFE-7B09-4670-97FA-925C206A6FBE}"/>
              </a:ext>
            </a:extLst>
          </p:cNvPr>
          <p:cNvSpPr>
            <a:spLocks xmlns:a="http://schemas.openxmlformats.org/drawingml/2006/main" noGrp="1"/>
          </p:cNvSpPr>
          <p:nvPr/>
        </p:nvSpPr>
        <p:spPr>
          <a:xfrm xmlns:a="http://schemas.openxmlformats.org/drawingml/2006/main">
            <a:off x="3333750" y="3143250"/>
            <a:ext cx="38100" cy="12954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BFCCEE0C-5ACF-409D-B35F-C327898D5815}"/>
              </a:ext>
            </a:extLst>
          </p:cNvPr>
          <p:cNvSpPr>
            <a:spLocks xmlns:a="http://schemas.openxmlformats.org/drawingml/2006/main" noGrp="1"/>
          </p:cNvSpPr>
          <p:nvPr/>
        </p:nvSpPr>
        <p:spPr>
          <a:xfrm xmlns:a="http://schemas.openxmlformats.org/drawingml/2006/main">
            <a:off x="3505200" y="3400425"/>
            <a:ext cx="38100" cy="7810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7271BDC3-29FB-42E3-B168-B2A5D7789A91}"/>
              </a:ext>
            </a:extLst>
          </p:cNvPr>
          <p:cNvSpPr>
            <a:spLocks xmlns:a="http://schemas.openxmlformats.org/drawingml/2006/main" noGrp="1"/>
          </p:cNvSpPr>
          <p:nvPr/>
        </p:nvSpPr>
        <p:spPr>
          <a:xfrm xmlns:a="http://schemas.openxmlformats.org/drawingml/2006/main">
            <a:off x="3676650" y="3581400"/>
            <a:ext cx="38100" cy="4191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8F8028FB-C2AA-44B3-BB04-D66EA42EE561}"/>
              </a:ext>
            </a:extLst>
          </p:cNvPr>
          <p:cNvSpPr>
            <a:spLocks xmlns:a="http://schemas.openxmlformats.org/drawingml/2006/main" noGrp="1"/>
          </p:cNvSpPr>
          <p:nvPr/>
        </p:nvSpPr>
        <p:spPr>
          <a:xfrm xmlns:a="http://schemas.openxmlformats.org/drawingml/2006/main">
            <a:off x="3848100" y="3686175"/>
            <a:ext cx="38100" cy="2095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A5F10101-8E36-4DFD-A6A4-81580EF081B4}"/>
              </a:ext>
            </a:extLst>
          </p:cNvPr>
          <p:cNvSpPr>
            <a:spLocks xmlns:a="http://schemas.openxmlformats.org/drawingml/2006/main" noGrp="1"/>
          </p:cNvSpPr>
          <p:nvPr/>
        </p:nvSpPr>
        <p:spPr>
          <a:xfrm xmlns:a="http://schemas.openxmlformats.org/drawingml/2006/main">
            <a:off x="4019550" y="3533775"/>
            <a:ext cx="38100" cy="5143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2E98BDE9-D00B-41BA-BC6E-4AA148D0D226}"/>
              </a:ext>
            </a:extLst>
          </p:cNvPr>
          <p:cNvSpPr>
            <a:spLocks xmlns:a="http://schemas.openxmlformats.org/drawingml/2006/main" noGrp="1"/>
          </p:cNvSpPr>
          <p:nvPr/>
        </p:nvSpPr>
        <p:spPr>
          <a:xfrm xmlns:a="http://schemas.openxmlformats.org/drawingml/2006/main">
            <a:off x="4191000" y="3352800"/>
            <a:ext cx="38100" cy="8763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38235E6F-3DFE-4855-8326-B2323EDAFABC}"/>
              </a:ext>
            </a:extLst>
          </p:cNvPr>
          <p:cNvSpPr>
            <a:spLocks xmlns:a="http://schemas.openxmlformats.org/drawingml/2006/main" noGrp="1"/>
          </p:cNvSpPr>
          <p:nvPr/>
        </p:nvSpPr>
        <p:spPr>
          <a:xfrm xmlns:a="http://schemas.openxmlformats.org/drawingml/2006/main">
            <a:off x="4362450" y="3505200"/>
            <a:ext cx="38100" cy="5715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A778D47A-5A14-4FA4-BE3B-5B81DB03944C}"/>
              </a:ext>
            </a:extLst>
          </p:cNvPr>
          <p:cNvSpPr>
            <a:spLocks xmlns:a="http://schemas.openxmlformats.org/drawingml/2006/main" noGrp="1"/>
          </p:cNvSpPr>
          <p:nvPr/>
        </p:nvSpPr>
        <p:spPr>
          <a:xfrm xmlns:a="http://schemas.openxmlformats.org/drawingml/2006/main">
            <a:off x="4533900" y="3667125"/>
            <a:ext cx="38100" cy="2476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762C3F57-B729-485A-BA90-FC4C8B40502B}"/>
              </a:ext>
            </a:extLst>
          </p:cNvPr>
          <p:cNvSpPr>
            <a:spLocks xmlns:a="http://schemas.openxmlformats.org/drawingml/2006/main" noGrp="1"/>
          </p:cNvSpPr>
          <p:nvPr/>
        </p:nvSpPr>
        <p:spPr>
          <a:xfrm xmlns:a="http://schemas.openxmlformats.org/drawingml/2006/main">
            <a:off x="4705350" y="3705225"/>
            <a:ext cx="38100" cy="1714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09FE1F6A-BF69-480D-A11F-8A5A559DA3BF}"/>
              </a:ext>
            </a:extLst>
          </p:cNvPr>
          <p:cNvSpPr>
            <a:spLocks xmlns:a="http://schemas.openxmlformats.org/drawingml/2006/main" noGrp="1"/>
          </p:cNvSpPr>
          <p:nvPr/>
        </p:nvSpPr>
        <p:spPr>
          <a:xfrm xmlns:a="http://schemas.openxmlformats.org/drawingml/2006/main">
            <a:off x="4876800" y="3590925"/>
            <a:ext cx="38100" cy="4000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2C42B6CC-BEC5-48E4-A3CA-FF6D74466231}"/>
              </a:ext>
            </a:extLst>
          </p:cNvPr>
          <p:cNvSpPr>
            <a:spLocks xmlns:a="http://schemas.openxmlformats.org/drawingml/2006/main" noGrp="1"/>
          </p:cNvSpPr>
          <p:nvPr/>
        </p:nvSpPr>
        <p:spPr>
          <a:xfrm xmlns:a="http://schemas.openxmlformats.org/drawingml/2006/main">
            <a:off x="5048250" y="3429000"/>
            <a:ext cx="38100" cy="7239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9FA9AE71-7AB2-494B-AE6B-F708D147F259}"/>
              </a:ext>
            </a:extLst>
          </p:cNvPr>
          <p:cNvSpPr>
            <a:spLocks xmlns:a="http://schemas.openxmlformats.org/drawingml/2006/main" noGrp="1"/>
          </p:cNvSpPr>
          <p:nvPr/>
        </p:nvSpPr>
        <p:spPr>
          <a:xfrm xmlns:a="http://schemas.openxmlformats.org/drawingml/2006/main">
            <a:off x="5276850" y="2133600"/>
            <a:ext cx="57150" cy="2476500"/>
          </a:xfrm>
          <a:prstGeom xmlns:a="http://schemas.openxmlformats.org/drawingml/2006/main" prst="roundRect">
            <a:avLst>
              <a:gd name="adj" fmla="val 50000"/>
            </a:avLst>
          </a:prstGeom>
          <a:solidFill xmlns:a="http://schemas.openxmlformats.org/drawingml/2006/main">
            <a:srgbClr val="D05B65"/>
          </a:solidFill>
          <a:ln xmlns:a="http://schemas.openxmlformats.org/drawingml/2006/main" w="0">
            <a:noFill/>
            <a:prstDash val="solid"/>
          </a:ln>
        </p:spPr>
      </p:sp>
      <p:sp>
        <p:nvSpPr>
          <p:cNvPr id="42" name="">
            <a:extLst xmlns:a="http://schemas.openxmlformats.org/drawingml/2006/main">
              <a:ext uri="{FF2B5EF4-FFF2-40B4-BE49-F238E27FC236}">
                <a16:creationId xmlns:a16="http://schemas.microsoft.com/office/drawing/2014/main" id="{5495AB58-CCCE-4394-9ED5-AB4636828B6B}"/>
              </a:ext>
            </a:extLst>
          </p:cNvPr>
          <p:cNvSpPr>
            <a:spLocks xmlns:a="http://schemas.openxmlformats.org/drawingml/2006/main" noGrp="1"/>
          </p:cNvSpPr>
          <p:nvPr/>
        </p:nvSpPr>
        <p:spPr>
          <a:xfrm xmlns:a="http://schemas.openxmlformats.org/drawingml/2006/main">
            <a:off x="4610100" y="47434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75" b="1" i="0">
                <a:solidFill>
                  <a:srgbClr val="D05B65"/>
                </a:solidFill>
              </a:defRPr>
            </a:pPr>
            <a:r>
              <a:rPr sz="1275" b="1" i="0">
                <a:solidFill>
                  <a:srgbClr val="D05B65"/>
                </a:solidFill>
              </a:rPr>
              <a:t>speech starts</a:t>
            </a:r>
          </a:p>
        </p:txBody>
      </p:sp>
      <p:sp>
        <p:nvSpPr>
          <p:cNvPr id="43" name="">
            <a:extLst xmlns:a="http://schemas.openxmlformats.org/drawingml/2006/main">
              <a:ext uri="{FF2B5EF4-FFF2-40B4-BE49-F238E27FC236}">
                <a16:creationId xmlns:a16="http://schemas.microsoft.com/office/drawing/2014/main" id="{01B7B825-052D-4CA8-B276-06E7477A1BAD}"/>
              </a:ext>
            </a:extLst>
          </p:cNvPr>
          <p:cNvSpPr>
            <a:spLocks xmlns:a="http://schemas.openxmlformats.org/drawingml/2006/main" noGrp="1"/>
          </p:cNvSpPr>
          <p:nvPr/>
        </p:nvSpPr>
        <p:spPr>
          <a:xfrm xmlns:a="http://schemas.openxmlformats.org/drawingml/2006/main">
            <a:off x="7391400" y="22479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i="0">
                <a:solidFill>
                  <a:srgbClr val="7FA847"/>
                </a:solidFill>
              </a:defRPr>
            </a:pPr>
            <a:r>
              <a:rPr sz="1500" b="1" i="0">
                <a:solidFill>
                  <a:srgbClr val="7FA847"/>
                </a:solidFill>
              </a:rPr>
              <a:t>VAD</a:t>
            </a:r>
          </a:p>
        </p:txBody>
      </p:sp>
      <p:sp>
        <p:nvSpPr>
          <p:cNvPr id="44" name="">
            <a:extLst xmlns:a="http://schemas.openxmlformats.org/drawingml/2006/main">
              <a:ext uri="{FF2B5EF4-FFF2-40B4-BE49-F238E27FC236}">
                <a16:creationId xmlns:a16="http://schemas.microsoft.com/office/drawing/2014/main" id="{218976CF-B981-4378-A4A3-2C767446BA0B}"/>
              </a:ext>
            </a:extLst>
          </p:cNvPr>
          <p:cNvSpPr>
            <a:spLocks xmlns:a="http://schemas.openxmlformats.org/drawingml/2006/main" noGrp="1"/>
          </p:cNvSpPr>
          <p:nvPr/>
        </p:nvSpPr>
        <p:spPr>
          <a:xfrm xmlns:a="http://schemas.openxmlformats.org/drawingml/2006/main">
            <a:off x="8458200" y="22479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163C2C"/>
                </a:solidFill>
              </a:defRPr>
            </a:pPr>
            <a:r>
              <a:rPr sz="1500" b="0" i="0">
                <a:solidFill>
                  <a:srgbClr val="163C2C"/>
                </a:solidFill>
              </a:rPr>
              <a:t>detect activity</a:t>
            </a:r>
          </a:p>
        </p:txBody>
      </p:sp>
      <p:sp>
        <p:nvSpPr>
          <p:cNvPr id="45" name="">
            <a:extLst xmlns:a="http://schemas.openxmlformats.org/drawingml/2006/main">
              <a:ext uri="{FF2B5EF4-FFF2-40B4-BE49-F238E27FC236}">
                <a16:creationId xmlns:a16="http://schemas.microsoft.com/office/drawing/2014/main" id="{0E9264B1-BDB9-4D89-9FDB-8AD35B3392ED}"/>
              </a:ext>
            </a:extLst>
          </p:cNvPr>
          <p:cNvSpPr>
            <a:spLocks xmlns:a="http://schemas.openxmlformats.org/drawingml/2006/main" noGrp="1"/>
          </p:cNvSpPr>
          <p:nvPr/>
        </p:nvSpPr>
        <p:spPr>
          <a:xfrm xmlns:a="http://schemas.openxmlformats.org/drawingml/2006/main">
            <a:off x="7391400" y="2990850"/>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i="0">
                <a:solidFill>
                  <a:srgbClr val="D05B65"/>
                </a:solidFill>
              </a:defRPr>
            </a:pPr>
            <a:r>
              <a:rPr sz="1500" b="1" i="0">
                <a:solidFill>
                  <a:srgbClr val="D05B65"/>
                </a:solidFill>
              </a:rPr>
              <a:t>CANCEL</a:t>
            </a:r>
          </a:p>
        </p:txBody>
      </p:sp>
      <p:sp>
        <p:nvSpPr>
          <p:cNvPr id="46" name="">
            <a:extLst xmlns:a="http://schemas.openxmlformats.org/drawingml/2006/main">
              <a:ext uri="{FF2B5EF4-FFF2-40B4-BE49-F238E27FC236}">
                <a16:creationId xmlns:a16="http://schemas.microsoft.com/office/drawing/2014/main" id="{6C440B26-A0E8-4D58-AC3C-46BA55200EE2}"/>
              </a:ext>
            </a:extLst>
          </p:cNvPr>
          <p:cNvSpPr>
            <a:spLocks xmlns:a="http://schemas.openxmlformats.org/drawingml/2006/main" noGrp="1"/>
          </p:cNvSpPr>
          <p:nvPr/>
        </p:nvSpPr>
        <p:spPr>
          <a:xfrm xmlns:a="http://schemas.openxmlformats.org/drawingml/2006/main">
            <a:off x="8858250" y="29908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163C2C"/>
                </a:solidFill>
              </a:defRPr>
            </a:pPr>
            <a:r>
              <a:rPr sz="1500" b="0" i="0">
                <a:solidFill>
                  <a:srgbClr val="163C2C"/>
                </a:solidFill>
              </a:rPr>
              <a:t>stop output</a:t>
            </a:r>
          </a:p>
        </p:txBody>
      </p:sp>
      <p:sp>
        <p:nvSpPr>
          <p:cNvPr id="47" name="">
            <a:extLst xmlns:a="http://schemas.openxmlformats.org/drawingml/2006/main">
              <a:ext uri="{FF2B5EF4-FFF2-40B4-BE49-F238E27FC236}">
                <a16:creationId xmlns:a16="http://schemas.microsoft.com/office/drawing/2014/main" id="{DAFED10F-2CC4-4F52-BE80-FA40B149B7E4}"/>
              </a:ext>
            </a:extLst>
          </p:cNvPr>
          <p:cNvSpPr>
            <a:spLocks xmlns:a="http://schemas.openxmlformats.org/drawingml/2006/main" noGrp="1"/>
          </p:cNvSpPr>
          <p:nvPr/>
        </p:nvSpPr>
        <p:spPr>
          <a:xfrm xmlns:a="http://schemas.openxmlformats.org/drawingml/2006/main">
            <a:off x="7391400" y="3733800"/>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i="0">
                <a:solidFill>
                  <a:srgbClr val="48B985"/>
                </a:solidFill>
              </a:defRPr>
            </a:pPr>
            <a:r>
              <a:rPr sz="1500" b="1" i="0">
                <a:solidFill>
                  <a:srgbClr val="48B985"/>
                </a:solidFill>
              </a:rPr>
              <a:t>RESUME</a:t>
            </a:r>
          </a:p>
        </p:txBody>
      </p:sp>
      <p:sp>
        <p:nvSpPr>
          <p:cNvPr id="48" name="">
            <a:extLst xmlns:a="http://schemas.openxmlformats.org/drawingml/2006/main">
              <a:ext uri="{FF2B5EF4-FFF2-40B4-BE49-F238E27FC236}">
                <a16:creationId xmlns:a16="http://schemas.microsoft.com/office/drawing/2014/main" id="{1112D681-1D9D-460A-90ED-342AA074991C}"/>
              </a:ext>
            </a:extLst>
          </p:cNvPr>
          <p:cNvSpPr>
            <a:spLocks xmlns:a="http://schemas.openxmlformats.org/drawingml/2006/main" noGrp="1"/>
          </p:cNvSpPr>
          <p:nvPr/>
        </p:nvSpPr>
        <p:spPr>
          <a:xfrm xmlns:a="http://schemas.openxmlformats.org/drawingml/2006/main">
            <a:off x="8858250" y="37338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163C2C"/>
                </a:solidFill>
              </a:defRPr>
            </a:pPr>
            <a:r>
              <a:rPr sz="1500" b="0" i="0">
                <a:solidFill>
                  <a:srgbClr val="163C2C"/>
                </a:solidFill>
              </a:rPr>
              <a:t>keep context</a:t>
            </a:r>
          </a:p>
        </p:txBody>
      </p:sp>
      <p:sp>
        <p:nvSpPr>
          <p:cNvPr id="49" name="">
            <a:extLst xmlns:a="http://schemas.openxmlformats.org/drawingml/2006/main">
              <a:ext uri="{FF2B5EF4-FFF2-40B4-BE49-F238E27FC236}">
                <a16:creationId xmlns:a16="http://schemas.microsoft.com/office/drawing/2014/main" id="{5A1C7668-1F56-41AF-B882-15023C00CC92}"/>
              </a:ext>
            </a:extLst>
          </p:cNvPr>
          <p:cNvSpPr>
            <a:spLocks xmlns:a="http://schemas.openxmlformats.org/drawingml/2006/main" noGrp="1"/>
          </p:cNvSpPr>
          <p:nvPr/>
        </p:nvSpPr>
        <p:spPr>
          <a:xfrm xmlns:a="http://schemas.openxmlformats.org/drawingml/2006/main">
            <a:off x="7124700" y="4857750"/>
            <a:ext cx="4000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725" b="1" i="0">
                <a:solidFill>
                  <a:srgbClr val="48B985"/>
                </a:solidFill>
              </a:defRPr>
            </a:pPr>
            <a:r>
              <a:rPr sz="1725" b="1" i="0">
                <a:solidFill>
                  <a:srgbClr val="48B985"/>
                </a:solidFill>
              </a:rPr>
              <a:t>Good barge-in: no overlap, no forgotten correction.</a:t>
            </a:r>
          </a:p>
        </p:txBody>
      </p:sp>
    </p:spTree>
    <p:extLst>
      <p:ext uri="{BB962C8B-B14F-4D97-AF65-F5344CB8AC3E}">
        <p14:creationId xmlns:p14="http://schemas.microsoft.com/office/powerpoint/2010/main" val="1737735369"/>
      </p:ext>
    </p:extLst>
  </p:cSld>
</p:sld>
</file>

<file path=ppt/slides/slide12.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93A71EC0-7CBC-4E56-80A9-3C6E10032B7D}"/>
              </a:ext>
            </a:extLst>
          </p:cNvPr>
          <p:cNvSpPr>
            <a:spLocks xmlns:a="http://schemas.openxmlformats.org/drawingml/2006/main" noGrp="1"/>
          </p:cNvSpPr>
          <p:nvPr/>
        </p:nvSpPr>
        <p:spPr>
          <a:xfrm xmlns:a="http://schemas.openxmlformats.org/drawingml/2006/main">
            <a:off x="685800" y="514350"/>
            <a:ext cx="76200" cy="2857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9574632-F051-4D22-B18A-37B784784D30}"/>
              </a:ext>
            </a:extLst>
          </p:cNvPr>
          <p:cNvSpPr>
            <a:spLocks xmlns:a="http://schemas.openxmlformats.org/drawingml/2006/main" noGrp="1"/>
          </p:cNvSpPr>
          <p:nvPr/>
        </p:nvSpPr>
        <p:spPr>
          <a:xfrm xmlns:a="http://schemas.openxmlformats.org/drawingml/2006/main">
            <a:off x="895350" y="5048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i="0">
                <a:solidFill>
                  <a:srgbClr val="159A64"/>
                </a:solidFill>
              </a:defRPr>
            </a:pPr>
            <a:r>
              <a:rPr sz="1125" b="1" i="0">
                <a:solidFill>
                  <a:srgbClr val="159A64"/>
                </a:solidFill>
              </a:rPr>
              <a:t>Follow the live data flow</a:t>
            </a:r>
          </a:p>
        </p:txBody>
      </p:sp>
      <p:sp>
        <p:nvSpPr>
          <p:cNvPr id="3" name="">
            <a:extLst xmlns:a="http://schemas.openxmlformats.org/drawingml/2006/main">
              <a:ext uri="{FF2B5EF4-FFF2-40B4-BE49-F238E27FC236}">
                <a16:creationId xmlns:a16="http://schemas.microsoft.com/office/drawing/2014/main" id="{636F28E8-C66F-46C6-80C2-8DFE4D3FE48B}"/>
              </a:ext>
            </a:extLst>
          </p:cNvPr>
          <p:cNvSpPr>
            <a:spLocks xmlns:a="http://schemas.openxmlformats.org/drawingml/2006/main" noGrp="1"/>
          </p:cNvSpPr>
          <p:nvPr/>
        </p:nvSpPr>
        <p:spPr>
          <a:xfrm xmlns:a="http://schemas.openxmlformats.org/drawingml/2006/main">
            <a:off x="685800" y="933450"/>
            <a:ext cx="1082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i="0">
                <a:solidFill>
                  <a:srgbClr val="163C2C"/>
                </a:solidFill>
              </a:defRPr>
            </a:pPr>
            <a:r>
              <a:rPr sz="3150" b="1" i="0">
                <a:solidFill>
                  <a:srgbClr val="163C2C"/>
                </a:solidFill>
              </a:rPr>
              <a:t>Two concurrent loops make the conversation feel live</a:t>
            </a:r>
          </a:p>
        </p:txBody>
      </p:sp>
      <p:sp>
        <p:nvSpPr>
          <p:cNvPr id="4" name="">
            <a:extLst xmlns:a="http://schemas.openxmlformats.org/drawingml/2006/main">
              <a:ext uri="{FF2B5EF4-FFF2-40B4-BE49-F238E27FC236}">
                <a16:creationId xmlns:a16="http://schemas.microsoft.com/office/drawing/2014/main" id="{A4792CE2-091A-43AA-97EA-7E82834651E8}"/>
              </a:ext>
            </a:extLst>
          </p:cNvPr>
          <p:cNvSpPr>
            <a:spLocks xmlns:a="http://schemas.openxmlformats.org/drawingml/2006/main" noGrp="1"/>
          </p:cNvSpPr>
          <p:nvPr/>
        </p:nvSpPr>
        <p:spPr>
          <a:xfrm xmlns:a="http://schemas.openxmlformats.org/drawingml/2006/main">
            <a:off x="685800" y="156210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The browser sends chunks while ADK yields events back.</a:t>
            </a:r>
          </a:p>
        </p:txBody>
      </p:sp>
      <p:sp>
        <p:nvSpPr>
          <p:cNvPr id="5" name="">
            <a:extLst xmlns:a="http://schemas.openxmlformats.org/drawingml/2006/main">
              <a:ext uri="{FF2B5EF4-FFF2-40B4-BE49-F238E27FC236}">
                <a16:creationId xmlns:a16="http://schemas.microsoft.com/office/drawing/2014/main" id="{F679A4F9-2EB3-48C3-ABFA-68980262004B}"/>
              </a:ext>
            </a:extLst>
          </p:cNvPr>
          <p:cNvSpPr>
            <a:spLocks xmlns:a="http://schemas.openxmlformats.org/drawingml/2006/main" noGrp="1"/>
          </p:cNvSpPr>
          <p:nvPr/>
        </p:nvSpPr>
        <p:spPr>
          <a:xfrm xmlns:a="http://schemas.openxmlformats.org/drawingml/2006/main">
            <a:off x="685800" y="6448425"/>
            <a:ext cx="108204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F756207-97D2-4A0E-AEE3-96B44318E01A}"/>
              </a:ext>
            </a:extLst>
          </p:cNvPr>
          <p:cNvSpPr>
            <a:spLocks xmlns:a="http://schemas.openxmlformats.org/drawingml/2006/main" noGrp="1"/>
          </p:cNvSpPr>
          <p:nvPr/>
        </p:nvSpPr>
        <p:spPr>
          <a:xfrm xmlns:a="http://schemas.openxmlformats.org/drawingml/2006/main">
            <a:off x="685800" y="65246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00" b="1" i="0">
                <a:solidFill>
                  <a:srgbClr val="7F9389"/>
                </a:solidFill>
              </a:defRPr>
            </a:pPr>
            <a:r>
              <a:rPr sz="900" b="1" i="0">
                <a:solidFill>
                  <a:srgbClr val="7F9389"/>
                </a:solidFill>
              </a:rPr>
              <a:t>VOICE AGENTS × GOOGLE ADK</a:t>
            </a:r>
          </a:p>
        </p:txBody>
      </p:sp>
      <p:sp>
        <p:nvSpPr>
          <p:cNvPr id="7" name="">
            <a:extLst xmlns:a="http://schemas.openxmlformats.org/drawingml/2006/main">
              <a:ext uri="{FF2B5EF4-FFF2-40B4-BE49-F238E27FC236}">
                <a16:creationId xmlns:a16="http://schemas.microsoft.com/office/drawing/2014/main" id="{A8639CA8-83FE-4C72-A4F6-1E0CC1929BA6}"/>
              </a:ext>
            </a:extLst>
          </p:cNvPr>
          <p:cNvSpPr>
            <a:spLocks xmlns:a="http://schemas.openxmlformats.org/drawingml/2006/main" noGrp="1"/>
          </p:cNvSpPr>
          <p:nvPr/>
        </p:nvSpPr>
        <p:spPr>
          <a:xfrm xmlns:a="http://schemas.openxmlformats.org/drawingml/2006/main">
            <a:off x="10972800" y="6505575"/>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00" b="1" i="0">
                <a:solidFill>
                  <a:srgbClr val="7F9389"/>
                </a:solidFill>
              </a:defRPr>
            </a:pPr>
            <a:r>
              <a:rPr sz="900" b="1" i="0">
                <a:solidFill>
                  <a:srgbClr val="7F9389"/>
                </a:solidFill>
              </a:rPr>
              <a:t>12</a:t>
            </a:r>
          </a:p>
        </p:txBody>
      </p:sp>
      <p:sp>
        <p:nvSpPr>
          <p:cNvPr id="8" name="">
            <a:extLst xmlns:a="http://schemas.openxmlformats.org/drawingml/2006/main">
              <a:ext uri="{FF2B5EF4-FFF2-40B4-BE49-F238E27FC236}">
                <a16:creationId xmlns:a16="http://schemas.microsoft.com/office/drawing/2014/main" id="{ECDBC703-8F40-4721-8DB0-49E4E0EE7A39}"/>
              </a:ext>
            </a:extLst>
          </p:cNvPr>
          <p:cNvSpPr>
            <a:spLocks xmlns:a="http://schemas.openxmlformats.org/drawingml/2006/main" noGrp="1"/>
          </p:cNvSpPr>
          <p:nvPr/>
        </p:nvSpPr>
        <p:spPr>
          <a:xfrm xmlns:a="http://schemas.openxmlformats.org/drawingml/2006/main">
            <a:off x="2114550" y="2724150"/>
            <a:ext cx="6572250" cy="47625"/>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B26A039-F09D-4C6A-90A3-E14C85095E1B}"/>
              </a:ext>
            </a:extLst>
          </p:cNvPr>
          <p:cNvSpPr>
            <a:spLocks xmlns:a="http://schemas.openxmlformats.org/drawingml/2006/main" noGrp="1"/>
          </p:cNvSpPr>
          <p:nvPr/>
        </p:nvSpPr>
        <p:spPr>
          <a:xfrm xmlns:a="http://schemas.openxmlformats.org/drawingml/2006/main">
            <a:off x="4210050" y="23907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i="0">
                <a:solidFill>
                  <a:srgbClr val="48B985"/>
                </a:solidFill>
              </a:defRPr>
            </a:pPr>
            <a:r>
              <a:rPr sz="1350" b="1" i="0">
                <a:solidFill>
                  <a:srgbClr val="48B985"/>
                </a:solidFill>
              </a:rPr>
              <a:t>audio chunks  →</a:t>
            </a:r>
          </a:p>
        </p:txBody>
      </p:sp>
      <p:sp>
        <p:nvSpPr>
          <p:cNvPr id="10" name="">
            <a:extLst xmlns:a="http://schemas.openxmlformats.org/drawingml/2006/main">
              <a:ext uri="{FF2B5EF4-FFF2-40B4-BE49-F238E27FC236}">
                <a16:creationId xmlns:a16="http://schemas.microsoft.com/office/drawing/2014/main" id="{FFC10E9E-E86E-4ABA-A21B-F6BA10A6673C}"/>
              </a:ext>
            </a:extLst>
          </p:cNvPr>
          <p:cNvSpPr>
            <a:spLocks xmlns:a="http://schemas.openxmlformats.org/drawingml/2006/main" noGrp="1"/>
          </p:cNvSpPr>
          <p:nvPr/>
        </p:nvSpPr>
        <p:spPr>
          <a:xfrm xmlns:a="http://schemas.openxmlformats.org/drawingml/2006/main">
            <a:off x="3505200" y="4191000"/>
            <a:ext cx="6572250" cy="47625"/>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01A2016-A7B2-43FC-BD24-DC375B20867A}"/>
              </a:ext>
            </a:extLst>
          </p:cNvPr>
          <p:cNvSpPr>
            <a:spLocks xmlns:a="http://schemas.openxmlformats.org/drawingml/2006/main" noGrp="1"/>
          </p:cNvSpPr>
          <p:nvPr/>
        </p:nvSpPr>
        <p:spPr>
          <a:xfrm xmlns:a="http://schemas.openxmlformats.org/drawingml/2006/main">
            <a:off x="4705350" y="430530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i="0">
                <a:solidFill>
                  <a:srgbClr val="159A64"/>
                </a:solidFill>
              </a:defRPr>
            </a:pPr>
            <a:r>
              <a:rPr sz="1350" b="1" i="0">
                <a:solidFill>
                  <a:srgbClr val="159A64"/>
                </a:solidFill>
              </a:rPr>
              <a:t>←  audio · transcript · tool events</a:t>
            </a:r>
          </a:p>
        </p:txBody>
      </p:sp>
      <p:sp>
        <p:nvSpPr>
          <p:cNvPr id="12" name="">
            <a:extLst xmlns:a="http://schemas.openxmlformats.org/drawingml/2006/main">
              <a:ext uri="{FF2B5EF4-FFF2-40B4-BE49-F238E27FC236}">
                <a16:creationId xmlns:a16="http://schemas.microsoft.com/office/drawing/2014/main" id="{F9DDD78F-6A3A-441B-8BFE-FA3A8A6510AC}"/>
              </a:ext>
            </a:extLst>
          </p:cNvPr>
          <p:cNvSpPr>
            <a:spLocks xmlns:a="http://schemas.openxmlformats.org/drawingml/2006/main" noGrp="1"/>
          </p:cNvSpPr>
          <p:nvPr/>
        </p:nvSpPr>
        <p:spPr>
          <a:xfrm xmlns:a="http://schemas.openxmlformats.org/drawingml/2006/main">
            <a:off x="723900" y="2838450"/>
            <a:ext cx="2095500" cy="1333500"/>
          </a:xfrm>
          <a:prstGeom xmlns:a="http://schemas.openxmlformats.org/drawingml/2006/main" prst="roundRect">
            <a:avLst>
              <a:gd name="adj" fmla="val 11429"/>
            </a:avLst>
          </a:prstGeom>
          <a:solidFill xmlns:a="http://schemas.openxmlformats.org/drawingml/2006/main">
            <a:srgbClr val="FFFFFF"/>
          </a:solidFill>
          <a:ln xmlns:a="http://schemas.openxmlformats.org/drawingml/2006/main" w="9525">
            <a:solidFill>
              <a:srgbClr val="C9DED2"/>
            </a:solidFill>
            <a:prstDash val="solid"/>
          </a:ln>
        </p:spPr>
      </p:sp>
      <p:sp>
        <p:nvSpPr>
          <p:cNvPr id="13" name="">
            <a:extLst xmlns:a="http://schemas.openxmlformats.org/drawingml/2006/main">
              <a:ext uri="{FF2B5EF4-FFF2-40B4-BE49-F238E27FC236}">
                <a16:creationId xmlns:a16="http://schemas.microsoft.com/office/drawing/2014/main" id="{94EB9E20-916A-4B41-9EFA-60471A0D84AF}"/>
              </a:ext>
            </a:extLst>
          </p:cNvPr>
          <p:cNvSpPr>
            <a:spLocks xmlns:a="http://schemas.openxmlformats.org/drawingml/2006/main" noGrp="1"/>
          </p:cNvSpPr>
          <p:nvPr/>
        </p:nvSpPr>
        <p:spPr>
          <a:xfrm xmlns:a="http://schemas.openxmlformats.org/drawingml/2006/main">
            <a:off x="990600" y="3105150"/>
            <a:ext cx="1562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75" b="1" i="0">
                <a:solidFill>
                  <a:srgbClr val="163C2C"/>
                </a:solidFill>
              </a:defRPr>
            </a:pPr>
            <a:r>
              <a:rPr sz="1575" b="1" i="0">
                <a:solidFill>
                  <a:srgbClr val="163C2C"/>
                </a:solidFill>
              </a:rPr>
              <a:t>BROWSER</a:t>
            </a:r>
          </a:p>
        </p:txBody>
      </p:sp>
      <p:sp>
        <p:nvSpPr>
          <p:cNvPr id="14" name="">
            <a:extLst xmlns:a="http://schemas.openxmlformats.org/drawingml/2006/main">
              <a:ext uri="{FF2B5EF4-FFF2-40B4-BE49-F238E27FC236}">
                <a16:creationId xmlns:a16="http://schemas.microsoft.com/office/drawing/2014/main" id="{87FDAC4D-26C1-444B-8929-ED2B002A7F13}"/>
              </a:ext>
            </a:extLst>
          </p:cNvPr>
          <p:cNvSpPr>
            <a:spLocks xmlns:a="http://schemas.openxmlformats.org/drawingml/2006/main" noGrp="1"/>
          </p:cNvSpPr>
          <p:nvPr/>
        </p:nvSpPr>
        <p:spPr>
          <a:xfrm xmlns:a="http://schemas.openxmlformats.org/drawingml/2006/main">
            <a:off x="990600" y="3543300"/>
            <a:ext cx="1562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0" i="0">
                <a:solidFill>
                  <a:srgbClr val="61786E"/>
                </a:solidFill>
              </a:defRPr>
            </a:pPr>
            <a:r>
              <a:rPr sz="1350" b="0" i="0">
                <a:solidFill>
                  <a:srgbClr val="61786E"/>
                </a:solidFill>
              </a:rPr>
              <a:t>mic + playback</a:t>
            </a:r>
          </a:p>
        </p:txBody>
      </p:sp>
      <p:sp>
        <p:nvSpPr>
          <p:cNvPr id="15" name="">
            <a:extLst xmlns:a="http://schemas.openxmlformats.org/drawingml/2006/main">
              <a:ext uri="{FF2B5EF4-FFF2-40B4-BE49-F238E27FC236}">
                <a16:creationId xmlns:a16="http://schemas.microsoft.com/office/drawing/2014/main" id="{D824C198-ABB9-47BE-A7B9-2F71787B4E5D}"/>
              </a:ext>
            </a:extLst>
          </p:cNvPr>
          <p:cNvSpPr>
            <a:spLocks xmlns:a="http://schemas.openxmlformats.org/drawingml/2006/main" noGrp="1"/>
          </p:cNvSpPr>
          <p:nvPr/>
        </p:nvSpPr>
        <p:spPr>
          <a:xfrm xmlns:a="http://schemas.openxmlformats.org/drawingml/2006/main">
            <a:off x="3371850" y="2838450"/>
            <a:ext cx="2400300" cy="1333500"/>
          </a:xfrm>
          <a:prstGeom xmlns:a="http://schemas.openxmlformats.org/drawingml/2006/main" prst="roundRect">
            <a:avLst>
              <a:gd name="adj" fmla="val 11429"/>
            </a:avLst>
          </a:prstGeom>
          <a:solidFill xmlns:a="http://schemas.openxmlformats.org/drawingml/2006/main">
            <a:srgbClr val="E6F4EC"/>
          </a:solidFill>
          <a:ln xmlns:a="http://schemas.openxmlformats.org/drawingml/2006/main" w="9525">
            <a:solidFill>
              <a:srgbClr val="C9DED2"/>
            </a:solidFill>
            <a:prstDash val="solid"/>
          </a:ln>
        </p:spPr>
      </p:sp>
      <p:sp>
        <p:nvSpPr>
          <p:cNvPr id="16" name="">
            <a:extLst xmlns:a="http://schemas.openxmlformats.org/drawingml/2006/main">
              <a:ext uri="{FF2B5EF4-FFF2-40B4-BE49-F238E27FC236}">
                <a16:creationId xmlns:a16="http://schemas.microsoft.com/office/drawing/2014/main" id="{9E0CBDDD-0CA0-44E2-BA3D-0C35798C5A00}"/>
              </a:ext>
            </a:extLst>
          </p:cNvPr>
          <p:cNvSpPr>
            <a:spLocks xmlns:a="http://schemas.openxmlformats.org/drawingml/2006/main" noGrp="1"/>
          </p:cNvSpPr>
          <p:nvPr/>
        </p:nvSpPr>
        <p:spPr>
          <a:xfrm xmlns:a="http://schemas.openxmlformats.org/drawingml/2006/main">
            <a:off x="3657600" y="3105150"/>
            <a:ext cx="1828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75" b="1" i="0">
                <a:solidFill>
                  <a:srgbClr val="163C2C"/>
                </a:solidFill>
              </a:defRPr>
            </a:pPr>
            <a:r>
              <a:rPr sz="1575" b="1" i="0">
                <a:solidFill>
                  <a:srgbClr val="163C2C"/>
                </a:solidFill>
              </a:rPr>
              <a:t>WEBSOCKET</a:t>
            </a:r>
          </a:p>
        </p:txBody>
      </p:sp>
      <p:sp>
        <p:nvSpPr>
          <p:cNvPr id="17" name="">
            <a:extLst xmlns:a="http://schemas.openxmlformats.org/drawingml/2006/main">
              <a:ext uri="{FF2B5EF4-FFF2-40B4-BE49-F238E27FC236}">
                <a16:creationId xmlns:a16="http://schemas.microsoft.com/office/drawing/2014/main" id="{6A16B452-68FF-496D-919B-086C41C4B341}"/>
              </a:ext>
            </a:extLst>
          </p:cNvPr>
          <p:cNvSpPr>
            <a:spLocks xmlns:a="http://schemas.openxmlformats.org/drawingml/2006/main" noGrp="1"/>
          </p:cNvSpPr>
          <p:nvPr/>
        </p:nvSpPr>
        <p:spPr>
          <a:xfrm xmlns:a="http://schemas.openxmlformats.org/drawingml/2006/main">
            <a:off x="3657600" y="3543300"/>
            <a:ext cx="1828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0" i="0">
                <a:solidFill>
                  <a:srgbClr val="61786E"/>
                </a:solidFill>
              </a:defRPr>
            </a:pPr>
            <a:r>
              <a:rPr sz="1350" b="0" i="0">
                <a:solidFill>
                  <a:srgbClr val="61786E"/>
                </a:solidFill>
              </a:rPr>
              <a:t>session boundary</a:t>
            </a:r>
          </a:p>
        </p:txBody>
      </p:sp>
      <p:sp>
        <p:nvSpPr>
          <p:cNvPr id="18" name="">
            <a:extLst xmlns:a="http://schemas.openxmlformats.org/drawingml/2006/main">
              <a:ext uri="{FF2B5EF4-FFF2-40B4-BE49-F238E27FC236}">
                <a16:creationId xmlns:a16="http://schemas.microsoft.com/office/drawing/2014/main" id="{61D72EFD-40FA-4807-9DAB-B4AA800BCA7E}"/>
              </a:ext>
            </a:extLst>
          </p:cNvPr>
          <p:cNvSpPr>
            <a:spLocks xmlns:a="http://schemas.openxmlformats.org/drawingml/2006/main" noGrp="1"/>
          </p:cNvSpPr>
          <p:nvPr/>
        </p:nvSpPr>
        <p:spPr>
          <a:xfrm xmlns:a="http://schemas.openxmlformats.org/drawingml/2006/main">
            <a:off x="6438900" y="2838450"/>
            <a:ext cx="2400300" cy="1333500"/>
          </a:xfrm>
          <a:prstGeom xmlns:a="http://schemas.openxmlformats.org/drawingml/2006/main" prst="roundRect">
            <a:avLst>
              <a:gd name="adj" fmla="val 11429"/>
            </a:avLst>
          </a:prstGeom>
          <a:solidFill xmlns:a="http://schemas.openxmlformats.org/drawingml/2006/main">
            <a:srgbClr val="E6F4EC"/>
          </a:solidFill>
          <a:ln xmlns:a="http://schemas.openxmlformats.org/drawingml/2006/main" w="9525">
            <a:solidFill>
              <a:srgbClr val="C9DED2"/>
            </a:solidFill>
            <a:prstDash val="solid"/>
          </a:ln>
        </p:spPr>
      </p:sp>
      <p:sp>
        <p:nvSpPr>
          <p:cNvPr id="19" name="">
            <a:extLst xmlns:a="http://schemas.openxmlformats.org/drawingml/2006/main">
              <a:ext uri="{FF2B5EF4-FFF2-40B4-BE49-F238E27FC236}">
                <a16:creationId xmlns:a16="http://schemas.microsoft.com/office/drawing/2014/main" id="{B193032D-8112-4186-BA55-B9042E6FC67A}"/>
              </a:ext>
            </a:extLst>
          </p:cNvPr>
          <p:cNvSpPr>
            <a:spLocks xmlns:a="http://schemas.openxmlformats.org/drawingml/2006/main" noGrp="1"/>
          </p:cNvSpPr>
          <p:nvPr/>
        </p:nvSpPr>
        <p:spPr>
          <a:xfrm xmlns:a="http://schemas.openxmlformats.org/drawingml/2006/main">
            <a:off x="6724650" y="3105150"/>
            <a:ext cx="1828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75" b="1" i="0">
                <a:solidFill>
                  <a:srgbClr val="48B985"/>
                </a:solidFill>
              </a:defRPr>
            </a:pPr>
            <a:r>
              <a:rPr sz="1575" b="1" i="0">
                <a:solidFill>
                  <a:srgbClr val="48B985"/>
                </a:solidFill>
              </a:rPr>
              <a:t>LIVE QUEUE</a:t>
            </a:r>
          </a:p>
        </p:txBody>
      </p:sp>
      <p:sp>
        <p:nvSpPr>
          <p:cNvPr id="20" name="">
            <a:extLst xmlns:a="http://schemas.openxmlformats.org/drawingml/2006/main">
              <a:ext uri="{FF2B5EF4-FFF2-40B4-BE49-F238E27FC236}">
                <a16:creationId xmlns:a16="http://schemas.microsoft.com/office/drawing/2014/main" id="{175B820B-9C8D-4FF4-9BD6-3D3E8B942D92}"/>
              </a:ext>
            </a:extLst>
          </p:cNvPr>
          <p:cNvSpPr>
            <a:spLocks xmlns:a="http://schemas.openxmlformats.org/drawingml/2006/main" noGrp="1"/>
          </p:cNvSpPr>
          <p:nvPr/>
        </p:nvSpPr>
        <p:spPr>
          <a:xfrm xmlns:a="http://schemas.openxmlformats.org/drawingml/2006/main">
            <a:off x="6724650" y="3543300"/>
            <a:ext cx="1828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0" i="0">
                <a:solidFill>
                  <a:srgbClr val="61786E"/>
                </a:solidFill>
              </a:defRPr>
            </a:pPr>
            <a:r>
              <a:rPr sz="1350" b="0" i="0">
                <a:solidFill>
                  <a:srgbClr val="61786E"/>
                </a:solidFill>
              </a:rPr>
              <a:t>ordered inputs</a:t>
            </a:r>
          </a:p>
        </p:txBody>
      </p:sp>
      <p:sp>
        <p:nvSpPr>
          <p:cNvPr id="21" name="">
            <a:extLst xmlns:a="http://schemas.openxmlformats.org/drawingml/2006/main">
              <a:ext uri="{FF2B5EF4-FFF2-40B4-BE49-F238E27FC236}">
                <a16:creationId xmlns:a16="http://schemas.microsoft.com/office/drawing/2014/main" id="{C59BE843-291D-4882-B569-604D30DD483C}"/>
              </a:ext>
            </a:extLst>
          </p:cNvPr>
          <p:cNvSpPr>
            <a:spLocks xmlns:a="http://schemas.openxmlformats.org/drawingml/2006/main" noGrp="1"/>
          </p:cNvSpPr>
          <p:nvPr/>
        </p:nvSpPr>
        <p:spPr>
          <a:xfrm xmlns:a="http://schemas.openxmlformats.org/drawingml/2006/main">
            <a:off x="9505950" y="2838450"/>
            <a:ext cx="1962150" cy="1333500"/>
          </a:xfrm>
          <a:prstGeom xmlns:a="http://schemas.openxmlformats.org/drawingml/2006/main" prst="roundRect">
            <a:avLst>
              <a:gd name="adj" fmla="val 11429"/>
            </a:avLst>
          </a:prstGeom>
          <a:solidFill xmlns:a="http://schemas.openxmlformats.org/drawingml/2006/main">
            <a:srgbClr val="FFFFFF"/>
          </a:solidFill>
          <a:ln xmlns:a="http://schemas.openxmlformats.org/drawingml/2006/main" w="9525">
            <a:solidFill>
              <a:srgbClr val="C9DED2"/>
            </a:solidFill>
            <a:prstDash val="solid"/>
          </a:ln>
        </p:spPr>
      </p:sp>
      <p:sp>
        <p:nvSpPr>
          <p:cNvPr id="22" name="">
            <a:extLst xmlns:a="http://schemas.openxmlformats.org/drawingml/2006/main">
              <a:ext uri="{FF2B5EF4-FFF2-40B4-BE49-F238E27FC236}">
                <a16:creationId xmlns:a16="http://schemas.microsoft.com/office/drawing/2014/main" id="{23F1229D-534C-4C57-8E35-6EC938D723E2}"/>
              </a:ext>
            </a:extLst>
          </p:cNvPr>
          <p:cNvSpPr>
            <a:spLocks xmlns:a="http://schemas.openxmlformats.org/drawingml/2006/main" noGrp="1"/>
          </p:cNvSpPr>
          <p:nvPr/>
        </p:nvSpPr>
        <p:spPr>
          <a:xfrm xmlns:a="http://schemas.openxmlformats.org/drawingml/2006/main">
            <a:off x="9734550" y="3105150"/>
            <a:ext cx="1504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75" b="1" i="0">
                <a:solidFill>
                  <a:srgbClr val="159A64"/>
                </a:solidFill>
              </a:defRPr>
            </a:pPr>
            <a:r>
              <a:rPr sz="1575" b="1" i="0">
                <a:solidFill>
                  <a:srgbClr val="159A64"/>
                </a:solidFill>
              </a:rPr>
              <a:t>run_live()</a:t>
            </a:r>
          </a:p>
        </p:txBody>
      </p:sp>
      <p:sp>
        <p:nvSpPr>
          <p:cNvPr id="23" name="">
            <a:extLst xmlns:a="http://schemas.openxmlformats.org/drawingml/2006/main">
              <a:ext uri="{FF2B5EF4-FFF2-40B4-BE49-F238E27FC236}">
                <a16:creationId xmlns:a16="http://schemas.microsoft.com/office/drawing/2014/main" id="{EFE9A1C3-C59D-4C3E-8A87-53BC5BB62198}"/>
              </a:ext>
            </a:extLst>
          </p:cNvPr>
          <p:cNvSpPr>
            <a:spLocks xmlns:a="http://schemas.openxmlformats.org/drawingml/2006/main" noGrp="1"/>
          </p:cNvSpPr>
          <p:nvPr/>
        </p:nvSpPr>
        <p:spPr>
          <a:xfrm xmlns:a="http://schemas.openxmlformats.org/drawingml/2006/main">
            <a:off x="9734550" y="3543300"/>
            <a:ext cx="1504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0" i="0">
                <a:solidFill>
                  <a:srgbClr val="61786E"/>
                </a:solidFill>
              </a:defRPr>
            </a:pPr>
            <a:r>
              <a:rPr sz="1350" b="0" i="0">
                <a:solidFill>
                  <a:srgbClr val="61786E"/>
                </a:solidFill>
              </a:rPr>
              <a:t>Event stream</a:t>
            </a:r>
          </a:p>
        </p:txBody>
      </p:sp>
      <p:sp>
        <p:nvSpPr>
          <p:cNvPr id="24" name="">
            <a:extLst xmlns:a="http://schemas.openxmlformats.org/drawingml/2006/main">
              <a:ext uri="{FF2B5EF4-FFF2-40B4-BE49-F238E27FC236}">
                <a16:creationId xmlns:a16="http://schemas.microsoft.com/office/drawing/2014/main" id="{9E2E27D1-AC1D-4A5A-AFA4-E74B4A824B5A}"/>
              </a:ext>
            </a:extLst>
          </p:cNvPr>
          <p:cNvSpPr>
            <a:spLocks xmlns:a="http://schemas.openxmlformats.org/drawingml/2006/main" noGrp="1"/>
          </p:cNvSpPr>
          <p:nvPr/>
        </p:nvSpPr>
        <p:spPr>
          <a:xfrm xmlns:a="http://schemas.openxmlformats.org/drawingml/2006/main">
            <a:off x="4648200" y="5162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i="0">
                <a:solidFill>
                  <a:srgbClr val="48B985"/>
                </a:solidFill>
              </a:defRPr>
            </a:pPr>
            <a:r>
              <a:rPr sz="1350" b="1" i="0">
                <a:solidFill>
                  <a:srgbClr val="48B985"/>
                </a:solidFill>
              </a:rPr>
              <a:t>upstream task</a:t>
            </a:r>
          </a:p>
        </p:txBody>
      </p:sp>
      <p:sp>
        <p:nvSpPr>
          <p:cNvPr id="25" name="">
            <a:extLst xmlns:a="http://schemas.openxmlformats.org/drawingml/2006/main">
              <a:ext uri="{FF2B5EF4-FFF2-40B4-BE49-F238E27FC236}">
                <a16:creationId xmlns:a16="http://schemas.microsoft.com/office/drawing/2014/main" id="{B7077B48-03BD-401B-B33B-0122FD69B317}"/>
              </a:ext>
            </a:extLst>
          </p:cNvPr>
          <p:cNvSpPr>
            <a:spLocks xmlns:a="http://schemas.openxmlformats.org/drawingml/2006/main" noGrp="1"/>
          </p:cNvSpPr>
          <p:nvPr/>
        </p:nvSpPr>
        <p:spPr>
          <a:xfrm xmlns:a="http://schemas.openxmlformats.org/drawingml/2006/main">
            <a:off x="6400800" y="5143500"/>
            <a:ext cx="28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650" b="1" i="0">
                <a:solidFill>
                  <a:srgbClr val="61786E"/>
                </a:solidFill>
              </a:defRPr>
            </a:pPr>
            <a:r>
              <a:rPr sz="1650" b="1" i="0">
                <a:solidFill>
                  <a:srgbClr val="61786E"/>
                </a:solidFill>
              </a:rPr>
              <a:t>+</a:t>
            </a:r>
          </a:p>
        </p:txBody>
      </p:sp>
      <p:sp>
        <p:nvSpPr>
          <p:cNvPr id="26" name="">
            <a:extLst xmlns:a="http://schemas.openxmlformats.org/drawingml/2006/main">
              <a:ext uri="{FF2B5EF4-FFF2-40B4-BE49-F238E27FC236}">
                <a16:creationId xmlns:a16="http://schemas.microsoft.com/office/drawing/2014/main" id="{E12CF243-9B46-452C-AA86-4F223714D636}"/>
              </a:ext>
            </a:extLst>
          </p:cNvPr>
          <p:cNvSpPr>
            <a:spLocks xmlns:a="http://schemas.openxmlformats.org/drawingml/2006/main" noGrp="1"/>
          </p:cNvSpPr>
          <p:nvPr/>
        </p:nvSpPr>
        <p:spPr>
          <a:xfrm xmlns:a="http://schemas.openxmlformats.org/drawingml/2006/main">
            <a:off x="6724650" y="51625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i="0">
                <a:solidFill>
                  <a:srgbClr val="159A64"/>
                </a:solidFill>
              </a:defRPr>
            </a:pPr>
            <a:r>
              <a:rPr sz="1350" b="1" i="0">
                <a:solidFill>
                  <a:srgbClr val="159A64"/>
                </a:solidFill>
              </a:rPr>
              <a:t>downstream task</a:t>
            </a:r>
          </a:p>
        </p:txBody>
      </p:sp>
    </p:spTree>
    <p:extLst>
      <p:ext uri="{BB962C8B-B14F-4D97-AF65-F5344CB8AC3E}">
        <p14:creationId xmlns:p14="http://schemas.microsoft.com/office/powerpoint/2010/main" val="1572309949"/>
      </p:ext>
    </p:extLst>
  </p:cSld>
</p:sld>
</file>

<file path=ppt/slides/slide13.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6A0B9B3C-B3E4-41BD-8B10-C30C1B6BBF84}"/>
              </a:ext>
            </a:extLst>
          </p:cNvPr>
          <p:cNvSpPr>
            <a:spLocks xmlns:a="http://schemas.openxmlformats.org/drawingml/2006/main" noGrp="1"/>
          </p:cNvSpPr>
          <p:nvPr/>
        </p:nvSpPr>
        <p:spPr>
          <a:xfrm xmlns:a="http://schemas.openxmlformats.org/drawingml/2006/main">
            <a:off x="685800" y="514350"/>
            <a:ext cx="76200" cy="2857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672BBD1-87CD-4963-BAC1-77C83CCA71D6}"/>
              </a:ext>
            </a:extLst>
          </p:cNvPr>
          <p:cNvSpPr>
            <a:spLocks xmlns:a="http://schemas.openxmlformats.org/drawingml/2006/main" noGrp="1"/>
          </p:cNvSpPr>
          <p:nvPr/>
        </p:nvSpPr>
        <p:spPr>
          <a:xfrm xmlns:a="http://schemas.openxmlformats.org/drawingml/2006/main">
            <a:off x="895350" y="5048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i="0">
                <a:solidFill>
                  <a:srgbClr val="159A64"/>
                </a:solidFill>
              </a:defRPr>
            </a:pPr>
            <a:r>
              <a:rPr sz="1125" b="1" i="0">
                <a:solidFill>
                  <a:srgbClr val="159A64"/>
                </a:solidFill>
              </a:rPr>
              <a:t>Read the event stream</a:t>
            </a:r>
          </a:p>
        </p:txBody>
      </p:sp>
      <p:sp>
        <p:nvSpPr>
          <p:cNvPr id="3" name="">
            <a:extLst xmlns:a="http://schemas.openxmlformats.org/drawingml/2006/main">
              <a:ext uri="{FF2B5EF4-FFF2-40B4-BE49-F238E27FC236}">
                <a16:creationId xmlns:a16="http://schemas.microsoft.com/office/drawing/2014/main" id="{1B569C4B-7161-47BA-AE02-E28E6B71EEE7}"/>
              </a:ext>
            </a:extLst>
          </p:cNvPr>
          <p:cNvSpPr>
            <a:spLocks xmlns:a="http://schemas.openxmlformats.org/drawingml/2006/main" noGrp="1"/>
          </p:cNvSpPr>
          <p:nvPr/>
        </p:nvSpPr>
        <p:spPr>
          <a:xfrm xmlns:a="http://schemas.openxmlformats.org/drawingml/2006/main">
            <a:off x="685800" y="933450"/>
            <a:ext cx="1082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i="0">
                <a:solidFill>
                  <a:srgbClr val="163C2C"/>
                </a:solidFill>
              </a:defRPr>
            </a:pPr>
            <a:r>
              <a:rPr sz="3150" b="1" i="0">
                <a:solidFill>
                  <a:srgbClr val="163C2C"/>
                </a:solidFill>
              </a:rPr>
              <a:t>Treat every response as an event, not a final message</a:t>
            </a:r>
          </a:p>
        </p:txBody>
      </p:sp>
      <p:sp>
        <p:nvSpPr>
          <p:cNvPr id="4" name="">
            <a:extLst xmlns:a="http://schemas.openxmlformats.org/drawingml/2006/main">
              <a:ext uri="{FF2B5EF4-FFF2-40B4-BE49-F238E27FC236}">
                <a16:creationId xmlns:a16="http://schemas.microsoft.com/office/drawing/2014/main" id="{A71713EC-CE8A-40B6-B0BC-DA20ECCB8073}"/>
              </a:ext>
            </a:extLst>
          </p:cNvPr>
          <p:cNvSpPr>
            <a:spLocks xmlns:a="http://schemas.openxmlformats.org/drawingml/2006/main" noGrp="1"/>
          </p:cNvSpPr>
          <p:nvPr/>
        </p:nvSpPr>
        <p:spPr>
          <a:xfrm xmlns:a="http://schemas.openxmlformats.org/drawingml/2006/main">
            <a:off x="685800" y="156210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Transcription turns an audio experience into something debuggable.</a:t>
            </a:r>
          </a:p>
        </p:txBody>
      </p:sp>
      <p:sp>
        <p:nvSpPr>
          <p:cNvPr id="5" name="">
            <a:extLst xmlns:a="http://schemas.openxmlformats.org/drawingml/2006/main">
              <a:ext uri="{FF2B5EF4-FFF2-40B4-BE49-F238E27FC236}">
                <a16:creationId xmlns:a16="http://schemas.microsoft.com/office/drawing/2014/main" id="{F7746DC3-B8F3-420A-91FC-8354771D0E0E}"/>
              </a:ext>
            </a:extLst>
          </p:cNvPr>
          <p:cNvSpPr>
            <a:spLocks xmlns:a="http://schemas.openxmlformats.org/drawingml/2006/main" noGrp="1"/>
          </p:cNvSpPr>
          <p:nvPr/>
        </p:nvSpPr>
        <p:spPr>
          <a:xfrm xmlns:a="http://schemas.openxmlformats.org/drawingml/2006/main">
            <a:off x="685800" y="6448425"/>
            <a:ext cx="108204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181D442-3E57-4B23-961F-8D11D52CC02A}"/>
              </a:ext>
            </a:extLst>
          </p:cNvPr>
          <p:cNvSpPr>
            <a:spLocks xmlns:a="http://schemas.openxmlformats.org/drawingml/2006/main" noGrp="1"/>
          </p:cNvSpPr>
          <p:nvPr/>
        </p:nvSpPr>
        <p:spPr>
          <a:xfrm xmlns:a="http://schemas.openxmlformats.org/drawingml/2006/main">
            <a:off x="685800" y="65246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00" b="1" i="0">
                <a:solidFill>
                  <a:srgbClr val="7F9389"/>
                </a:solidFill>
              </a:defRPr>
            </a:pPr>
            <a:r>
              <a:rPr sz="900" b="1" i="0">
                <a:solidFill>
                  <a:srgbClr val="7F9389"/>
                </a:solidFill>
              </a:rPr>
              <a:t>VOICE AGENTS × GOOGLE ADK</a:t>
            </a:r>
          </a:p>
        </p:txBody>
      </p:sp>
      <p:sp>
        <p:nvSpPr>
          <p:cNvPr id="7" name="">
            <a:extLst xmlns:a="http://schemas.openxmlformats.org/drawingml/2006/main">
              <a:ext uri="{FF2B5EF4-FFF2-40B4-BE49-F238E27FC236}">
                <a16:creationId xmlns:a16="http://schemas.microsoft.com/office/drawing/2014/main" id="{00AAC932-9F33-4431-AA3C-E491EC1EF937}"/>
              </a:ext>
            </a:extLst>
          </p:cNvPr>
          <p:cNvSpPr>
            <a:spLocks xmlns:a="http://schemas.openxmlformats.org/drawingml/2006/main" noGrp="1"/>
          </p:cNvSpPr>
          <p:nvPr/>
        </p:nvSpPr>
        <p:spPr>
          <a:xfrm xmlns:a="http://schemas.openxmlformats.org/drawingml/2006/main">
            <a:off x="10972800" y="6505575"/>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00" b="1" i="0">
                <a:solidFill>
                  <a:srgbClr val="7F9389"/>
                </a:solidFill>
              </a:defRPr>
            </a:pPr>
            <a:r>
              <a:rPr sz="900" b="1" i="0">
                <a:solidFill>
                  <a:srgbClr val="7F9389"/>
                </a:solidFill>
              </a:rPr>
              <a:t>13</a:t>
            </a:r>
          </a:p>
        </p:txBody>
      </p:sp>
      <p:sp>
        <p:nvSpPr>
          <p:cNvPr id="8" name="">
            <a:extLst xmlns:a="http://schemas.openxmlformats.org/drawingml/2006/main">
              <a:ext uri="{FF2B5EF4-FFF2-40B4-BE49-F238E27FC236}">
                <a16:creationId xmlns:a16="http://schemas.microsoft.com/office/drawing/2014/main" id="{FF5958AC-CE4C-431E-9AFB-2BF00AAC99AC}"/>
              </a:ext>
            </a:extLst>
          </p:cNvPr>
          <p:cNvSpPr>
            <a:spLocks xmlns:a="http://schemas.openxmlformats.org/drawingml/2006/main" noGrp="1"/>
          </p:cNvSpPr>
          <p:nvPr/>
        </p:nvSpPr>
        <p:spPr>
          <a:xfrm xmlns:a="http://schemas.openxmlformats.org/drawingml/2006/main">
            <a:off x="685800" y="2171700"/>
            <a:ext cx="6267450" cy="3371850"/>
          </a:xfrm>
          <a:prstGeom xmlns:a="http://schemas.openxmlformats.org/drawingml/2006/main" prst="roundRect">
            <a:avLst>
              <a:gd name="adj" fmla="val 2260"/>
            </a:avLst>
          </a:prstGeom>
          <a:solidFill xmlns:a="http://schemas.openxmlformats.org/drawingml/2006/main">
            <a:srgbClr val="103428"/>
          </a:solidFill>
          <a:ln xmlns:a="http://schemas.openxmlformats.org/drawingml/2006/main" w="9525">
            <a:solidFill>
              <a:srgbClr val="C9DED2"/>
            </a:solidFill>
            <a:prstDash val="solid"/>
          </a:ln>
        </p:spPr>
      </p:sp>
      <p:sp>
        <p:nvSpPr>
          <p:cNvPr id="9" name="">
            <a:extLst xmlns:a="http://schemas.openxmlformats.org/drawingml/2006/main">
              <a:ext uri="{FF2B5EF4-FFF2-40B4-BE49-F238E27FC236}">
                <a16:creationId xmlns:a16="http://schemas.microsoft.com/office/drawing/2014/main" id="{FE955CCE-B8BD-4BA4-B2EA-B0CDC660D2FA}"/>
              </a:ext>
            </a:extLst>
          </p:cNvPr>
          <p:cNvSpPr>
            <a:spLocks xmlns:a="http://schemas.openxmlformats.org/drawingml/2006/main" noGrp="1"/>
          </p:cNvSpPr>
          <p:nvPr/>
        </p:nvSpPr>
        <p:spPr>
          <a:xfrm xmlns:a="http://schemas.openxmlformats.org/drawingml/2006/main">
            <a:off x="685800" y="2171700"/>
            <a:ext cx="66675" cy="33718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9CC8B04-3E68-46E6-B8BB-F916AC6AE497}"/>
              </a:ext>
            </a:extLst>
          </p:cNvPr>
          <p:cNvSpPr>
            <a:spLocks xmlns:a="http://schemas.openxmlformats.org/drawingml/2006/main" noGrp="1"/>
          </p:cNvSpPr>
          <p:nvPr/>
        </p:nvSpPr>
        <p:spPr>
          <a:xfrm xmlns:a="http://schemas.openxmlformats.org/drawingml/2006/main">
            <a:off x="914400" y="2343150"/>
            <a:ext cx="95250" cy="95250"/>
          </a:xfrm>
          <a:prstGeom xmlns:a="http://schemas.openxmlformats.org/drawingml/2006/main" prst="ellipse">
            <a:avLst/>
          </a:prstGeom>
          <a:solidFill xmlns:a="http://schemas.openxmlformats.org/drawingml/2006/main">
            <a:srgbClr val="D05B6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EEDABFF-F804-47F3-AD9B-BADAC794EC90}"/>
              </a:ext>
            </a:extLst>
          </p:cNvPr>
          <p:cNvSpPr>
            <a:spLocks xmlns:a="http://schemas.openxmlformats.org/drawingml/2006/main" noGrp="1"/>
          </p:cNvSpPr>
          <p:nvPr/>
        </p:nvSpPr>
        <p:spPr>
          <a:xfrm xmlns:a="http://schemas.openxmlformats.org/drawingml/2006/main">
            <a:off x="1085850" y="2343150"/>
            <a:ext cx="95250" cy="95250"/>
          </a:xfrm>
          <a:prstGeom xmlns:a="http://schemas.openxmlformats.org/drawingml/2006/main" prst="ellipse">
            <a:avLst/>
          </a:prstGeom>
          <a:solidFill xmlns:a="http://schemas.openxmlformats.org/drawingml/2006/main">
            <a:srgbClr val="7FA84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E26D5D2-5E52-47EF-B6B2-A876E0C47572}"/>
              </a:ext>
            </a:extLst>
          </p:cNvPr>
          <p:cNvSpPr>
            <a:spLocks xmlns:a="http://schemas.openxmlformats.org/drawingml/2006/main" noGrp="1"/>
          </p:cNvSpPr>
          <p:nvPr/>
        </p:nvSpPr>
        <p:spPr>
          <a:xfrm xmlns:a="http://schemas.openxmlformats.org/drawingml/2006/main">
            <a:off x="1257300" y="2343150"/>
            <a:ext cx="95250" cy="95250"/>
          </a:xfrm>
          <a:prstGeom xmlns:a="http://schemas.openxmlformats.org/drawingml/2006/main" prst="ellipse">
            <a:avLst/>
          </a:prstGeom>
          <a:solidFill xmlns:a="http://schemas.openxmlformats.org/drawingml/2006/main">
            <a:srgbClr val="48B985"/>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617D8C3-7136-49F1-A5B5-ED3662540D97}"/>
              </a:ext>
            </a:extLst>
          </p:cNvPr>
          <p:cNvSpPr>
            <a:spLocks xmlns:a="http://schemas.openxmlformats.org/drawingml/2006/main" noGrp="1"/>
          </p:cNvSpPr>
          <p:nvPr/>
        </p:nvSpPr>
        <p:spPr>
          <a:xfrm xmlns:a="http://schemas.openxmlformats.org/drawingml/2006/main">
            <a:off x="933450" y="2647950"/>
            <a:ext cx="5791200" cy="2781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0" i="0">
                <a:solidFill>
                  <a:srgbClr val="F7FBF8"/>
                </a:solidFill>
              </a:defRPr>
            </a:pPr>
            <a:r>
              <a:rPr sz="1200" b="0" i="0">
                <a:solidFill>
                  <a:srgbClr val="F7FBF8"/>
                </a:solidFill>
              </a:rPr>
              <a:t>async for event in runner.run_live(</a:t>
            </a:r>
          </a:p>
          <a:p xmlns:a="http://schemas.openxmlformats.org/drawingml/2006/main">
            <a:pPr algn="l">
              <a:buNone/>
              <a:defRPr sz="1200" b="0" i="0">
                <a:solidFill>
                  <a:srgbClr val="F7FBF8"/>
                </a:solidFill>
              </a:defRPr>
            </a:pPr>
            <a:r>
              <a:rPr sz="1200" b="0" i="0">
                <a:solidFill>
                  <a:srgbClr val="F7FBF8"/>
                </a:solidFill>
              </a:rPr>
              <a:t>    user_id=user_id,</a:t>
            </a:r>
          </a:p>
          <a:p xmlns:a="http://schemas.openxmlformats.org/drawingml/2006/main">
            <a:pPr algn="l">
              <a:buNone/>
              <a:defRPr sz="1200" b="0" i="0">
                <a:solidFill>
                  <a:srgbClr val="F7FBF8"/>
                </a:solidFill>
              </a:defRPr>
            </a:pPr>
            <a:r>
              <a:rPr sz="1200" b="0" i="0">
                <a:solidFill>
                  <a:srgbClr val="F7FBF8"/>
                </a:solidFill>
              </a:rPr>
              <a:t>    session_id=session_id,</a:t>
            </a:r>
          </a:p>
          <a:p xmlns:a="http://schemas.openxmlformats.org/drawingml/2006/main">
            <a:pPr algn="l">
              <a:buNone/>
              <a:defRPr sz="1200" b="0" i="0">
                <a:solidFill>
                  <a:srgbClr val="F7FBF8"/>
                </a:solidFill>
              </a:defRPr>
            </a:pPr>
            <a:r>
              <a:rPr sz="1200" b="0" i="0">
                <a:solidFill>
                  <a:srgbClr val="F7FBF8"/>
                </a:solidFill>
              </a:rPr>
              <a:t>    live_request_queue=queue,</a:t>
            </a:r>
          </a:p>
          <a:p xmlns:a="http://schemas.openxmlformats.org/drawingml/2006/main">
            <a:pPr algn="l">
              <a:buNone/>
              <a:defRPr sz="1200" b="0" i="0">
                <a:solidFill>
                  <a:srgbClr val="F7FBF8"/>
                </a:solidFill>
              </a:defRPr>
            </a:pPr>
            <a:r>
              <a:rPr sz="1200" b="0" i="0">
                <a:solidFill>
                  <a:srgbClr val="F7FBF8"/>
                </a:solidFill>
              </a:rPr>
              <a:t>    run_config=run_config,</a:t>
            </a:r>
          </a:p>
          <a:p xmlns:a="http://schemas.openxmlformats.org/drawingml/2006/main">
            <a:pPr algn="l">
              <a:buNone/>
              <a:defRPr sz="1200" b="0" i="0">
                <a:solidFill>
                  <a:srgbClr val="F7FBF8"/>
                </a:solidFill>
              </a:defRPr>
            </a:pPr>
            <a:r>
              <a:rPr sz="1200" b="0" i="0">
                <a:solidFill>
                  <a:srgbClr val="F7FBF8"/>
                </a:solidFill>
              </a:rPr>
              <a:t>):</a:t>
            </a:r>
          </a:p>
          <a:p xmlns:a="http://schemas.openxmlformats.org/drawingml/2006/main">
            <a:pPr algn="l">
              <a:buNone/>
              <a:defRPr sz="1200" b="0" i="0">
                <a:solidFill>
                  <a:srgbClr val="F7FBF8"/>
                </a:solidFill>
              </a:defRPr>
            </a:pPr>
            <a:r>
              <a:rPr sz="1200" b="0" i="0">
                <a:solidFill>
                  <a:srgbClr val="F7FBF8"/>
                </a:solidFill>
              </a:rPr>
              <a:t>    await websocket.send_json(to_client(event))</a:t>
            </a:r>
          </a:p>
        </p:txBody>
      </p:sp>
      <p:sp>
        <p:nvSpPr>
          <p:cNvPr id="14" name="">
            <a:extLst xmlns:a="http://schemas.openxmlformats.org/drawingml/2006/main">
              <a:ext uri="{FF2B5EF4-FFF2-40B4-BE49-F238E27FC236}">
                <a16:creationId xmlns:a16="http://schemas.microsoft.com/office/drawing/2014/main" id="{1C87D7A6-AB3D-4A2E-AABD-2B892B1B92D0}"/>
              </a:ext>
            </a:extLst>
          </p:cNvPr>
          <p:cNvSpPr>
            <a:spLocks xmlns:a="http://schemas.openxmlformats.org/drawingml/2006/main" noGrp="1"/>
          </p:cNvSpPr>
          <p:nvPr/>
        </p:nvSpPr>
        <p:spPr>
          <a:xfrm xmlns:a="http://schemas.openxmlformats.org/drawingml/2006/main">
            <a:off x="7658100" y="224790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i="0">
                <a:solidFill>
                  <a:srgbClr val="159A64"/>
                </a:solidFill>
              </a:defRPr>
            </a:pPr>
            <a:r>
              <a:rPr sz="1275" b="1" i="0">
                <a:solidFill>
                  <a:srgbClr val="159A64"/>
                </a:solidFill>
              </a:rPr>
              <a:t>AUDIO</a:t>
            </a:r>
          </a:p>
        </p:txBody>
      </p:sp>
      <p:sp>
        <p:nvSpPr>
          <p:cNvPr id="15" name="">
            <a:extLst xmlns:a="http://schemas.openxmlformats.org/drawingml/2006/main">
              <a:ext uri="{FF2B5EF4-FFF2-40B4-BE49-F238E27FC236}">
                <a16:creationId xmlns:a16="http://schemas.microsoft.com/office/drawing/2014/main" id="{9B8C7AFB-2421-4502-B927-2886A847AA6A}"/>
              </a:ext>
            </a:extLst>
          </p:cNvPr>
          <p:cNvSpPr>
            <a:spLocks xmlns:a="http://schemas.openxmlformats.org/drawingml/2006/main" noGrp="1"/>
          </p:cNvSpPr>
          <p:nvPr/>
        </p:nvSpPr>
        <p:spPr>
          <a:xfrm xmlns:a="http://schemas.openxmlformats.org/drawingml/2006/main">
            <a:off x="9124950" y="2247900"/>
            <a:ext cx="2152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163C2C"/>
                </a:solidFill>
              </a:defRPr>
            </a:pPr>
            <a:r>
              <a:rPr sz="1500" b="0" i="0">
                <a:solidFill>
                  <a:srgbClr val="163C2C"/>
                </a:solidFill>
              </a:rPr>
              <a:t>play immediately</a:t>
            </a:r>
          </a:p>
        </p:txBody>
      </p:sp>
      <p:sp>
        <p:nvSpPr>
          <p:cNvPr id="16" name="">
            <a:extLst xmlns:a="http://schemas.openxmlformats.org/drawingml/2006/main">
              <a:ext uri="{FF2B5EF4-FFF2-40B4-BE49-F238E27FC236}">
                <a16:creationId xmlns:a16="http://schemas.microsoft.com/office/drawing/2014/main" id="{2419F6A9-F72A-4791-9701-E335F449416E}"/>
              </a:ext>
            </a:extLst>
          </p:cNvPr>
          <p:cNvSpPr>
            <a:spLocks xmlns:a="http://schemas.openxmlformats.org/drawingml/2006/main" noGrp="1"/>
          </p:cNvSpPr>
          <p:nvPr/>
        </p:nvSpPr>
        <p:spPr>
          <a:xfrm xmlns:a="http://schemas.openxmlformats.org/drawingml/2006/main">
            <a:off x="7658100" y="2705100"/>
            <a:ext cx="344805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DC97F60-68DF-4F7E-AE29-3363496DE713}"/>
              </a:ext>
            </a:extLst>
          </p:cNvPr>
          <p:cNvSpPr>
            <a:spLocks xmlns:a="http://schemas.openxmlformats.org/drawingml/2006/main" noGrp="1"/>
          </p:cNvSpPr>
          <p:nvPr/>
        </p:nvSpPr>
        <p:spPr>
          <a:xfrm xmlns:a="http://schemas.openxmlformats.org/drawingml/2006/main">
            <a:off x="7658100" y="300990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i="0">
                <a:solidFill>
                  <a:srgbClr val="48B985"/>
                </a:solidFill>
              </a:defRPr>
            </a:pPr>
            <a:r>
              <a:rPr sz="1275" b="1" i="0">
                <a:solidFill>
                  <a:srgbClr val="48B985"/>
                </a:solidFill>
              </a:rPr>
              <a:t>TRANSCRIPT</a:t>
            </a:r>
          </a:p>
        </p:txBody>
      </p:sp>
      <p:sp>
        <p:nvSpPr>
          <p:cNvPr id="18" name="">
            <a:extLst xmlns:a="http://schemas.openxmlformats.org/drawingml/2006/main">
              <a:ext uri="{FF2B5EF4-FFF2-40B4-BE49-F238E27FC236}">
                <a16:creationId xmlns:a16="http://schemas.microsoft.com/office/drawing/2014/main" id="{DF82AFE5-889B-4EAC-8181-F227627BE8FB}"/>
              </a:ext>
            </a:extLst>
          </p:cNvPr>
          <p:cNvSpPr>
            <a:spLocks xmlns:a="http://schemas.openxmlformats.org/drawingml/2006/main" noGrp="1"/>
          </p:cNvSpPr>
          <p:nvPr/>
        </p:nvSpPr>
        <p:spPr>
          <a:xfrm xmlns:a="http://schemas.openxmlformats.org/drawingml/2006/main">
            <a:off x="9124950" y="3009900"/>
            <a:ext cx="2152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163C2C"/>
                </a:solidFill>
              </a:defRPr>
            </a:pPr>
            <a:r>
              <a:rPr sz="1500" b="0" i="0">
                <a:solidFill>
                  <a:srgbClr val="163C2C"/>
                </a:solidFill>
              </a:rPr>
              <a:t>render + log</a:t>
            </a:r>
          </a:p>
        </p:txBody>
      </p:sp>
      <p:sp>
        <p:nvSpPr>
          <p:cNvPr id="19" name="">
            <a:extLst xmlns:a="http://schemas.openxmlformats.org/drawingml/2006/main">
              <a:ext uri="{FF2B5EF4-FFF2-40B4-BE49-F238E27FC236}">
                <a16:creationId xmlns:a16="http://schemas.microsoft.com/office/drawing/2014/main" id="{5C6B35BC-C9F5-4C20-BFAD-0FB3CBAB9E75}"/>
              </a:ext>
            </a:extLst>
          </p:cNvPr>
          <p:cNvSpPr>
            <a:spLocks xmlns:a="http://schemas.openxmlformats.org/drawingml/2006/main" noGrp="1"/>
          </p:cNvSpPr>
          <p:nvPr/>
        </p:nvSpPr>
        <p:spPr>
          <a:xfrm xmlns:a="http://schemas.openxmlformats.org/drawingml/2006/main">
            <a:off x="7658100" y="3467100"/>
            <a:ext cx="344805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48837C9-0A6A-49F6-8459-3E2B3DCFFF85}"/>
              </a:ext>
            </a:extLst>
          </p:cNvPr>
          <p:cNvSpPr>
            <a:spLocks xmlns:a="http://schemas.openxmlformats.org/drawingml/2006/main" noGrp="1"/>
          </p:cNvSpPr>
          <p:nvPr/>
        </p:nvSpPr>
        <p:spPr>
          <a:xfrm xmlns:a="http://schemas.openxmlformats.org/drawingml/2006/main">
            <a:off x="7658100" y="377190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i="0">
                <a:solidFill>
                  <a:srgbClr val="7FA847"/>
                </a:solidFill>
              </a:defRPr>
            </a:pPr>
            <a:r>
              <a:rPr sz="1275" b="1" i="0">
                <a:solidFill>
                  <a:srgbClr val="7FA847"/>
                </a:solidFill>
              </a:rPr>
              <a:t>TOOL</a:t>
            </a:r>
          </a:p>
        </p:txBody>
      </p:sp>
      <p:sp>
        <p:nvSpPr>
          <p:cNvPr id="21" name="">
            <a:extLst xmlns:a="http://schemas.openxmlformats.org/drawingml/2006/main">
              <a:ext uri="{FF2B5EF4-FFF2-40B4-BE49-F238E27FC236}">
                <a16:creationId xmlns:a16="http://schemas.microsoft.com/office/drawing/2014/main" id="{F74419D4-CC47-4E19-9B1F-3628357979FD}"/>
              </a:ext>
            </a:extLst>
          </p:cNvPr>
          <p:cNvSpPr>
            <a:spLocks xmlns:a="http://schemas.openxmlformats.org/drawingml/2006/main" noGrp="1"/>
          </p:cNvSpPr>
          <p:nvPr/>
        </p:nvSpPr>
        <p:spPr>
          <a:xfrm xmlns:a="http://schemas.openxmlformats.org/drawingml/2006/main">
            <a:off x="9124950" y="3771900"/>
            <a:ext cx="2152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163C2C"/>
                </a:solidFill>
              </a:defRPr>
            </a:pPr>
            <a:r>
              <a:rPr sz="1500" b="0" i="0">
                <a:solidFill>
                  <a:srgbClr val="163C2C"/>
                </a:solidFill>
              </a:rPr>
              <a:t>show progress</a:t>
            </a:r>
          </a:p>
        </p:txBody>
      </p:sp>
      <p:sp>
        <p:nvSpPr>
          <p:cNvPr id="22" name="">
            <a:extLst xmlns:a="http://schemas.openxmlformats.org/drawingml/2006/main">
              <a:ext uri="{FF2B5EF4-FFF2-40B4-BE49-F238E27FC236}">
                <a16:creationId xmlns:a16="http://schemas.microsoft.com/office/drawing/2014/main" id="{68FC1FB8-6C45-4D6B-8457-10E274618734}"/>
              </a:ext>
            </a:extLst>
          </p:cNvPr>
          <p:cNvSpPr>
            <a:spLocks xmlns:a="http://schemas.openxmlformats.org/drawingml/2006/main" noGrp="1"/>
          </p:cNvSpPr>
          <p:nvPr/>
        </p:nvSpPr>
        <p:spPr>
          <a:xfrm xmlns:a="http://schemas.openxmlformats.org/drawingml/2006/main">
            <a:off x="7658100" y="4229100"/>
            <a:ext cx="344805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F35A5C0-D7A3-4F80-A06D-CF5401BB9BAA}"/>
              </a:ext>
            </a:extLst>
          </p:cNvPr>
          <p:cNvSpPr>
            <a:spLocks xmlns:a="http://schemas.openxmlformats.org/drawingml/2006/main" noGrp="1"/>
          </p:cNvSpPr>
          <p:nvPr/>
        </p:nvSpPr>
        <p:spPr>
          <a:xfrm xmlns:a="http://schemas.openxmlformats.org/drawingml/2006/main">
            <a:off x="7658100" y="453390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i="0">
                <a:solidFill>
                  <a:srgbClr val="D05B65"/>
                </a:solidFill>
              </a:defRPr>
            </a:pPr>
            <a:r>
              <a:rPr sz="1275" b="1" i="0">
                <a:solidFill>
                  <a:srgbClr val="D05B65"/>
                </a:solidFill>
              </a:rPr>
              <a:t>ERROR</a:t>
            </a:r>
          </a:p>
        </p:txBody>
      </p:sp>
      <p:sp>
        <p:nvSpPr>
          <p:cNvPr id="24" name="">
            <a:extLst xmlns:a="http://schemas.openxmlformats.org/drawingml/2006/main">
              <a:ext uri="{FF2B5EF4-FFF2-40B4-BE49-F238E27FC236}">
                <a16:creationId xmlns:a16="http://schemas.microsoft.com/office/drawing/2014/main" id="{6A8D15E4-1E4C-444B-9452-10B27D96DBC1}"/>
              </a:ext>
            </a:extLst>
          </p:cNvPr>
          <p:cNvSpPr>
            <a:spLocks xmlns:a="http://schemas.openxmlformats.org/drawingml/2006/main" noGrp="1"/>
          </p:cNvSpPr>
          <p:nvPr/>
        </p:nvSpPr>
        <p:spPr>
          <a:xfrm xmlns:a="http://schemas.openxmlformats.org/drawingml/2006/main">
            <a:off x="9124950" y="4533900"/>
            <a:ext cx="2152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163C2C"/>
                </a:solidFill>
              </a:defRPr>
            </a:pPr>
            <a:r>
              <a:rPr sz="1500" b="0" i="0">
                <a:solidFill>
                  <a:srgbClr val="163C2C"/>
                </a:solidFill>
              </a:rPr>
              <a:t>recover visibly</a:t>
            </a:r>
          </a:p>
        </p:txBody>
      </p:sp>
      <p:sp>
        <p:nvSpPr>
          <p:cNvPr id="25" name="">
            <a:extLst xmlns:a="http://schemas.openxmlformats.org/drawingml/2006/main">
              <a:ext uri="{FF2B5EF4-FFF2-40B4-BE49-F238E27FC236}">
                <a16:creationId xmlns:a16="http://schemas.microsoft.com/office/drawing/2014/main" id="{1B63638C-8B74-406A-A032-B5BBC6638CB6}"/>
              </a:ext>
            </a:extLst>
          </p:cNvPr>
          <p:cNvSpPr>
            <a:spLocks xmlns:a="http://schemas.openxmlformats.org/drawingml/2006/main" noGrp="1"/>
          </p:cNvSpPr>
          <p:nvPr/>
        </p:nvSpPr>
        <p:spPr>
          <a:xfrm xmlns:a="http://schemas.openxmlformats.org/drawingml/2006/main">
            <a:off x="7658100" y="4991100"/>
            <a:ext cx="344805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D3AE650-5B0F-49EC-863E-7FEE5A5580AB}"/>
              </a:ext>
            </a:extLst>
          </p:cNvPr>
          <p:cNvSpPr>
            <a:spLocks xmlns:a="http://schemas.openxmlformats.org/drawingml/2006/main" noGrp="1"/>
          </p:cNvSpPr>
          <p:nvPr/>
        </p:nvSpPr>
        <p:spPr>
          <a:xfrm xmlns:a="http://schemas.openxmlformats.org/drawingml/2006/main">
            <a:off x="7658100" y="53911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i="0">
                <a:solidFill>
                  <a:srgbClr val="48B985"/>
                </a:solidFill>
              </a:defRPr>
            </a:pPr>
            <a:r>
              <a:rPr sz="1575" b="1" i="0">
                <a:solidFill>
                  <a:srgbClr val="48B985"/>
                </a:solidFill>
              </a:rPr>
              <a:t>Partial ≠ final</a:t>
            </a:r>
          </a:p>
        </p:txBody>
      </p:sp>
    </p:spTree>
    <p:extLst>
      <p:ext uri="{BB962C8B-B14F-4D97-AF65-F5344CB8AC3E}">
        <p14:creationId xmlns:p14="http://schemas.microsoft.com/office/powerpoint/2010/main" val="1088288245"/>
      </p:ext>
    </p:extLst>
  </p:cSld>
</p:sld>
</file>

<file path=ppt/slides/slide14.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662D7AFD-A5C2-41A0-965A-DCEEBAB9672E}"/>
              </a:ext>
            </a:extLst>
          </p:cNvPr>
          <p:cNvSpPr>
            <a:spLocks xmlns:a="http://schemas.openxmlformats.org/drawingml/2006/main" noGrp="1"/>
          </p:cNvSpPr>
          <p:nvPr/>
        </p:nvSpPr>
        <p:spPr>
          <a:xfrm xmlns:a="http://schemas.openxmlformats.org/drawingml/2006/main">
            <a:off x="685800" y="514350"/>
            <a:ext cx="76200" cy="2857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CC5F101-67B2-448F-AA3E-9153204A344C}"/>
              </a:ext>
            </a:extLst>
          </p:cNvPr>
          <p:cNvSpPr>
            <a:spLocks xmlns:a="http://schemas.openxmlformats.org/drawingml/2006/main" noGrp="1"/>
          </p:cNvSpPr>
          <p:nvPr/>
        </p:nvSpPr>
        <p:spPr>
          <a:xfrm xmlns:a="http://schemas.openxmlformats.org/drawingml/2006/main">
            <a:off x="895350" y="5048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i="0">
                <a:solidFill>
                  <a:srgbClr val="159A64"/>
                </a:solidFill>
              </a:defRPr>
            </a:pPr>
            <a:r>
              <a:rPr sz="1125" b="1" i="0">
                <a:solidFill>
                  <a:srgbClr val="159A64"/>
                </a:solidFill>
              </a:rPr>
              <a:t>Watch the recovery demo</a:t>
            </a:r>
          </a:p>
        </p:txBody>
      </p:sp>
      <p:sp>
        <p:nvSpPr>
          <p:cNvPr id="3" name="">
            <a:extLst xmlns:a="http://schemas.openxmlformats.org/drawingml/2006/main">
              <a:ext uri="{FF2B5EF4-FFF2-40B4-BE49-F238E27FC236}">
                <a16:creationId xmlns:a16="http://schemas.microsoft.com/office/drawing/2014/main" id="{10D6F129-CA34-468E-95D6-FEFD57CB5D1E}"/>
              </a:ext>
            </a:extLst>
          </p:cNvPr>
          <p:cNvSpPr>
            <a:spLocks xmlns:a="http://schemas.openxmlformats.org/drawingml/2006/main" noGrp="1"/>
          </p:cNvSpPr>
          <p:nvPr/>
        </p:nvSpPr>
        <p:spPr>
          <a:xfrm xmlns:a="http://schemas.openxmlformats.org/drawingml/2006/main">
            <a:off x="685800" y="933450"/>
            <a:ext cx="1082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i="0">
                <a:solidFill>
                  <a:srgbClr val="163C2C"/>
                </a:solidFill>
              </a:defRPr>
            </a:pPr>
            <a:r>
              <a:rPr sz="3150" b="1" i="0">
                <a:solidFill>
                  <a:srgbClr val="163C2C"/>
                </a:solidFill>
              </a:rPr>
              <a:t>The tool waits five seconds, then returns</a:t>
            </a:r>
          </a:p>
        </p:txBody>
      </p:sp>
      <p:sp>
        <p:nvSpPr>
          <p:cNvPr id="4" name="">
            <a:extLst xmlns:a="http://schemas.openxmlformats.org/drawingml/2006/main">
              <a:ext uri="{FF2B5EF4-FFF2-40B4-BE49-F238E27FC236}">
                <a16:creationId xmlns:a16="http://schemas.microsoft.com/office/drawing/2014/main" id="{CFE07925-4984-443A-8952-6918C174D118}"/>
              </a:ext>
            </a:extLst>
          </p:cNvPr>
          <p:cNvSpPr>
            <a:spLocks xmlns:a="http://schemas.openxmlformats.org/drawingml/2006/main" noGrp="1"/>
          </p:cNvSpPr>
          <p:nvPr/>
        </p:nvSpPr>
        <p:spPr>
          <a:xfrm xmlns:a="http://schemas.openxmlformats.org/drawingml/2006/main">
            <a:off x="685800" y="156210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It returns room data or a structured error—never a raw exception.</a:t>
            </a:r>
          </a:p>
        </p:txBody>
      </p:sp>
      <p:sp>
        <p:nvSpPr>
          <p:cNvPr id="5" name="">
            <a:extLst xmlns:a="http://schemas.openxmlformats.org/drawingml/2006/main">
              <a:ext uri="{FF2B5EF4-FFF2-40B4-BE49-F238E27FC236}">
                <a16:creationId xmlns:a16="http://schemas.microsoft.com/office/drawing/2014/main" id="{83F84C31-F77B-48DC-AE50-E47A2F0E6343}"/>
              </a:ext>
            </a:extLst>
          </p:cNvPr>
          <p:cNvSpPr>
            <a:spLocks xmlns:a="http://schemas.openxmlformats.org/drawingml/2006/main" noGrp="1"/>
          </p:cNvSpPr>
          <p:nvPr/>
        </p:nvSpPr>
        <p:spPr>
          <a:xfrm xmlns:a="http://schemas.openxmlformats.org/drawingml/2006/main">
            <a:off x="685800" y="6448425"/>
            <a:ext cx="108204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B64F5E5-E2AB-46D3-9B9E-BDB675DCCF7E}"/>
              </a:ext>
            </a:extLst>
          </p:cNvPr>
          <p:cNvSpPr>
            <a:spLocks xmlns:a="http://schemas.openxmlformats.org/drawingml/2006/main" noGrp="1"/>
          </p:cNvSpPr>
          <p:nvPr/>
        </p:nvSpPr>
        <p:spPr>
          <a:xfrm xmlns:a="http://schemas.openxmlformats.org/drawingml/2006/main">
            <a:off x="685800" y="65246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00" b="1" i="0">
                <a:solidFill>
                  <a:srgbClr val="7F9389"/>
                </a:solidFill>
              </a:defRPr>
            </a:pPr>
            <a:r>
              <a:rPr sz="900" b="1" i="0">
                <a:solidFill>
                  <a:srgbClr val="7F9389"/>
                </a:solidFill>
              </a:rPr>
              <a:t>VOICE AGENTS × GOOGLE ADK</a:t>
            </a:r>
          </a:p>
        </p:txBody>
      </p:sp>
      <p:sp>
        <p:nvSpPr>
          <p:cNvPr id="7" name="">
            <a:extLst xmlns:a="http://schemas.openxmlformats.org/drawingml/2006/main">
              <a:ext uri="{FF2B5EF4-FFF2-40B4-BE49-F238E27FC236}">
                <a16:creationId xmlns:a16="http://schemas.microsoft.com/office/drawing/2014/main" id="{1D1BB6B6-9D04-477D-8336-9BED9ADD9FE0}"/>
              </a:ext>
            </a:extLst>
          </p:cNvPr>
          <p:cNvSpPr>
            <a:spLocks xmlns:a="http://schemas.openxmlformats.org/drawingml/2006/main" noGrp="1"/>
          </p:cNvSpPr>
          <p:nvPr/>
        </p:nvSpPr>
        <p:spPr>
          <a:xfrm xmlns:a="http://schemas.openxmlformats.org/drawingml/2006/main">
            <a:off x="10972800" y="6505575"/>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00" b="1" i="0">
                <a:solidFill>
                  <a:srgbClr val="7F9389"/>
                </a:solidFill>
              </a:defRPr>
            </a:pPr>
            <a:r>
              <a:rPr sz="900" b="1" i="0">
                <a:solidFill>
                  <a:srgbClr val="7F9389"/>
                </a:solidFill>
              </a:rPr>
              <a:t>14</a:t>
            </a:r>
          </a:p>
        </p:txBody>
      </p:sp>
      <p:sp>
        <p:nvSpPr>
          <p:cNvPr id="8" name="">
            <a:extLst xmlns:a="http://schemas.openxmlformats.org/drawingml/2006/main">
              <a:ext uri="{FF2B5EF4-FFF2-40B4-BE49-F238E27FC236}">
                <a16:creationId xmlns:a16="http://schemas.microsoft.com/office/drawing/2014/main" id="{86988538-C914-48BE-BC32-F563DC38ADFC}"/>
              </a:ext>
            </a:extLst>
          </p:cNvPr>
          <p:cNvSpPr>
            <a:spLocks xmlns:a="http://schemas.openxmlformats.org/drawingml/2006/main" noGrp="1"/>
          </p:cNvSpPr>
          <p:nvPr/>
        </p:nvSpPr>
        <p:spPr>
          <a:xfrm xmlns:a="http://schemas.openxmlformats.org/drawingml/2006/main">
            <a:off x="1066800" y="3486150"/>
            <a:ext cx="9296400" cy="476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0AD0ED56-07B6-47AF-8965-21FE5B7568C1}"/>
              </a:ext>
            </a:extLst>
          </p:cNvPr>
          <p:cNvSpPr>
            <a:spLocks xmlns:a="http://schemas.openxmlformats.org/drawingml/2006/main" noGrp="1"/>
          </p:cNvSpPr>
          <p:nvPr/>
        </p:nvSpPr>
        <p:spPr>
          <a:xfrm xmlns:a="http://schemas.openxmlformats.org/drawingml/2006/main">
            <a:off x="952500" y="3371850"/>
            <a:ext cx="266700" cy="266700"/>
          </a:xfrm>
          <a:prstGeom xmlns:a="http://schemas.openxmlformats.org/drawingml/2006/main" prst="ellipse">
            <a:avLst/>
          </a:prstGeom>
          <a:solidFill xmlns:a="http://schemas.openxmlformats.org/drawingml/2006/main">
            <a:srgbClr val="159A64"/>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52AAD77-7983-410E-809F-83181F038D87}"/>
              </a:ext>
            </a:extLst>
          </p:cNvPr>
          <p:cNvSpPr>
            <a:spLocks xmlns:a="http://schemas.openxmlformats.org/drawingml/2006/main" noGrp="1"/>
          </p:cNvSpPr>
          <p:nvPr/>
        </p:nvSpPr>
        <p:spPr>
          <a:xfrm xmlns:a="http://schemas.openxmlformats.org/drawingml/2006/main">
            <a:off x="666750" y="2876550"/>
            <a:ext cx="819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i="0">
                <a:solidFill>
                  <a:srgbClr val="159A64"/>
                </a:solidFill>
              </a:defRPr>
            </a:pPr>
            <a:r>
              <a:rPr sz="1350" b="1" i="0">
                <a:solidFill>
                  <a:srgbClr val="159A64"/>
                </a:solidFill>
              </a:rPr>
              <a:t>0.0s</a:t>
            </a:r>
          </a:p>
        </p:txBody>
      </p:sp>
      <p:sp>
        <p:nvSpPr>
          <p:cNvPr id="11" name="">
            <a:extLst xmlns:a="http://schemas.openxmlformats.org/drawingml/2006/main">
              <a:ext uri="{FF2B5EF4-FFF2-40B4-BE49-F238E27FC236}">
                <a16:creationId xmlns:a16="http://schemas.microsoft.com/office/drawing/2014/main" id="{66A43420-FE07-475A-AEF1-1B665A0CC9CD}"/>
              </a:ext>
            </a:extLst>
          </p:cNvPr>
          <p:cNvSpPr>
            <a:spLocks xmlns:a="http://schemas.openxmlformats.org/drawingml/2006/main" noGrp="1"/>
          </p:cNvSpPr>
          <p:nvPr/>
        </p:nvSpPr>
        <p:spPr>
          <a:xfrm xmlns:a="http://schemas.openxmlformats.org/drawingml/2006/main">
            <a:off x="361950" y="3810000"/>
            <a:ext cx="1409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i="0">
                <a:solidFill>
                  <a:srgbClr val="163C2C"/>
                </a:solidFill>
              </a:defRPr>
            </a:pPr>
            <a:r>
              <a:rPr sz="1200" b="1" i="0">
                <a:solidFill>
                  <a:srgbClr val="163C2C"/>
                </a:solidFill>
              </a:rPr>
              <a:t>ACKNOWLEDGE</a:t>
            </a:r>
          </a:p>
        </p:txBody>
      </p:sp>
      <p:sp>
        <p:nvSpPr>
          <p:cNvPr id="12" name="">
            <a:extLst xmlns:a="http://schemas.openxmlformats.org/drawingml/2006/main">
              <a:ext uri="{FF2B5EF4-FFF2-40B4-BE49-F238E27FC236}">
                <a16:creationId xmlns:a16="http://schemas.microsoft.com/office/drawing/2014/main" id="{0AC2691C-14C5-4954-BCDF-98F48D1FC090}"/>
              </a:ext>
            </a:extLst>
          </p:cNvPr>
          <p:cNvSpPr>
            <a:spLocks xmlns:a="http://schemas.openxmlformats.org/drawingml/2006/main" noGrp="1"/>
          </p:cNvSpPr>
          <p:nvPr/>
        </p:nvSpPr>
        <p:spPr>
          <a:xfrm xmlns:a="http://schemas.openxmlformats.org/drawingml/2006/main">
            <a:off x="3086100" y="3371850"/>
            <a:ext cx="266700" cy="266700"/>
          </a:xfrm>
          <a:prstGeom xmlns:a="http://schemas.openxmlformats.org/drawingml/2006/main" prst="ellipse">
            <a:avLst/>
          </a:prstGeom>
          <a:solidFill xmlns:a="http://schemas.openxmlformats.org/drawingml/2006/main">
            <a:srgbClr val="7FA847"/>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DDC8E21-0688-4625-AD69-6BA9B295D77C}"/>
              </a:ext>
            </a:extLst>
          </p:cNvPr>
          <p:cNvSpPr>
            <a:spLocks xmlns:a="http://schemas.openxmlformats.org/drawingml/2006/main" noGrp="1"/>
          </p:cNvSpPr>
          <p:nvPr/>
        </p:nvSpPr>
        <p:spPr>
          <a:xfrm xmlns:a="http://schemas.openxmlformats.org/drawingml/2006/main">
            <a:off x="2800350" y="2876550"/>
            <a:ext cx="819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i="0">
                <a:solidFill>
                  <a:srgbClr val="7FA847"/>
                </a:solidFill>
              </a:defRPr>
            </a:pPr>
            <a:r>
              <a:rPr sz="1350" b="1" i="0">
                <a:solidFill>
                  <a:srgbClr val="7FA847"/>
                </a:solidFill>
              </a:rPr>
              <a:t>0.2s</a:t>
            </a:r>
          </a:p>
        </p:txBody>
      </p:sp>
      <p:sp>
        <p:nvSpPr>
          <p:cNvPr id="14" name="">
            <a:extLst xmlns:a="http://schemas.openxmlformats.org/drawingml/2006/main">
              <a:ext uri="{FF2B5EF4-FFF2-40B4-BE49-F238E27FC236}">
                <a16:creationId xmlns:a16="http://schemas.microsoft.com/office/drawing/2014/main" id="{FFF7803B-FEEE-4CF5-980A-84552E1E1CEB}"/>
              </a:ext>
            </a:extLst>
          </p:cNvPr>
          <p:cNvSpPr>
            <a:spLocks xmlns:a="http://schemas.openxmlformats.org/drawingml/2006/main" noGrp="1"/>
          </p:cNvSpPr>
          <p:nvPr/>
        </p:nvSpPr>
        <p:spPr>
          <a:xfrm xmlns:a="http://schemas.openxmlformats.org/drawingml/2006/main">
            <a:off x="2495550" y="3810000"/>
            <a:ext cx="1409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i="0">
                <a:solidFill>
                  <a:srgbClr val="163C2C"/>
                </a:solidFill>
              </a:defRPr>
            </a:pPr>
            <a:r>
              <a:rPr sz="1200" b="1" i="0">
                <a:solidFill>
                  <a:srgbClr val="163C2C"/>
                </a:solidFill>
              </a:rPr>
              <a:t>TOOL CALL</a:t>
            </a:r>
          </a:p>
        </p:txBody>
      </p:sp>
      <p:sp>
        <p:nvSpPr>
          <p:cNvPr id="15" name="">
            <a:extLst xmlns:a="http://schemas.openxmlformats.org/drawingml/2006/main">
              <a:ext uri="{FF2B5EF4-FFF2-40B4-BE49-F238E27FC236}">
                <a16:creationId xmlns:a16="http://schemas.microsoft.com/office/drawing/2014/main" id="{5C420FCB-DDC5-4483-8D39-A9F4E758632D}"/>
              </a:ext>
            </a:extLst>
          </p:cNvPr>
          <p:cNvSpPr>
            <a:spLocks xmlns:a="http://schemas.openxmlformats.org/drawingml/2006/main" noGrp="1"/>
          </p:cNvSpPr>
          <p:nvPr/>
        </p:nvSpPr>
        <p:spPr>
          <a:xfrm xmlns:a="http://schemas.openxmlformats.org/drawingml/2006/main">
            <a:off x="7258050" y="3371850"/>
            <a:ext cx="266700" cy="266700"/>
          </a:xfrm>
          <a:prstGeom xmlns:a="http://schemas.openxmlformats.org/drawingml/2006/main" prst="ellipse">
            <a:avLst/>
          </a:prstGeom>
          <a:solidFill xmlns:a="http://schemas.openxmlformats.org/drawingml/2006/main">
            <a:srgbClr val="48B985"/>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69057C9-DAC1-4806-B3A1-A705DFEDDA69}"/>
              </a:ext>
            </a:extLst>
          </p:cNvPr>
          <p:cNvSpPr>
            <a:spLocks xmlns:a="http://schemas.openxmlformats.org/drawingml/2006/main" noGrp="1"/>
          </p:cNvSpPr>
          <p:nvPr/>
        </p:nvSpPr>
        <p:spPr>
          <a:xfrm xmlns:a="http://schemas.openxmlformats.org/drawingml/2006/main">
            <a:off x="6972300" y="2876550"/>
            <a:ext cx="819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i="0">
                <a:solidFill>
                  <a:srgbClr val="48B985"/>
                </a:solidFill>
              </a:defRPr>
            </a:pPr>
            <a:r>
              <a:rPr sz="1350" b="1" i="0">
                <a:solidFill>
                  <a:srgbClr val="48B985"/>
                </a:solidFill>
              </a:rPr>
              <a:t>5.2s</a:t>
            </a:r>
          </a:p>
        </p:txBody>
      </p:sp>
      <p:sp>
        <p:nvSpPr>
          <p:cNvPr id="17" name="">
            <a:extLst xmlns:a="http://schemas.openxmlformats.org/drawingml/2006/main">
              <a:ext uri="{FF2B5EF4-FFF2-40B4-BE49-F238E27FC236}">
                <a16:creationId xmlns:a16="http://schemas.microsoft.com/office/drawing/2014/main" id="{FB830ABE-D79D-42C3-8E05-E952B745A772}"/>
              </a:ext>
            </a:extLst>
          </p:cNvPr>
          <p:cNvSpPr>
            <a:spLocks xmlns:a="http://schemas.openxmlformats.org/drawingml/2006/main" noGrp="1"/>
          </p:cNvSpPr>
          <p:nvPr/>
        </p:nvSpPr>
        <p:spPr>
          <a:xfrm xmlns:a="http://schemas.openxmlformats.org/drawingml/2006/main">
            <a:off x="6667500" y="3810000"/>
            <a:ext cx="1409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i="0">
                <a:solidFill>
                  <a:srgbClr val="163C2C"/>
                </a:solidFill>
              </a:defRPr>
            </a:pPr>
            <a:r>
              <a:rPr sz="1200" b="1" i="0">
                <a:solidFill>
                  <a:srgbClr val="163C2C"/>
                </a:solidFill>
              </a:rPr>
              <a:t>RESULT</a:t>
            </a:r>
          </a:p>
        </p:txBody>
      </p:sp>
      <p:sp>
        <p:nvSpPr>
          <p:cNvPr id="18" name="">
            <a:extLst xmlns:a="http://schemas.openxmlformats.org/drawingml/2006/main">
              <a:ext uri="{FF2B5EF4-FFF2-40B4-BE49-F238E27FC236}">
                <a16:creationId xmlns:a16="http://schemas.microsoft.com/office/drawing/2014/main" id="{A40AE34B-F97A-4A28-A491-6B3AA9D18B6D}"/>
              </a:ext>
            </a:extLst>
          </p:cNvPr>
          <p:cNvSpPr>
            <a:spLocks xmlns:a="http://schemas.openxmlformats.org/drawingml/2006/main" noGrp="1"/>
          </p:cNvSpPr>
          <p:nvPr/>
        </p:nvSpPr>
        <p:spPr>
          <a:xfrm xmlns:a="http://schemas.openxmlformats.org/drawingml/2006/main">
            <a:off x="9753600" y="3371850"/>
            <a:ext cx="266700" cy="266700"/>
          </a:xfrm>
          <a:prstGeom xmlns:a="http://schemas.openxmlformats.org/drawingml/2006/main" prst="ellipse">
            <a:avLst/>
          </a:prstGeom>
          <a:solidFill xmlns:a="http://schemas.openxmlformats.org/drawingml/2006/main">
            <a:srgbClr val="159A6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9BD8BF0-E535-4E3D-9CF2-1A5EDDA675BB}"/>
              </a:ext>
            </a:extLst>
          </p:cNvPr>
          <p:cNvSpPr>
            <a:spLocks xmlns:a="http://schemas.openxmlformats.org/drawingml/2006/main" noGrp="1"/>
          </p:cNvSpPr>
          <p:nvPr/>
        </p:nvSpPr>
        <p:spPr>
          <a:xfrm xmlns:a="http://schemas.openxmlformats.org/drawingml/2006/main">
            <a:off x="9467850" y="2876550"/>
            <a:ext cx="819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i="0">
                <a:solidFill>
                  <a:srgbClr val="159A64"/>
                </a:solidFill>
              </a:defRPr>
            </a:pPr>
            <a:r>
              <a:rPr sz="1350" b="1" i="0">
                <a:solidFill>
                  <a:srgbClr val="159A64"/>
                </a:solidFill>
              </a:rPr>
              <a:t>5.5s</a:t>
            </a:r>
          </a:p>
        </p:txBody>
      </p:sp>
      <p:sp>
        <p:nvSpPr>
          <p:cNvPr id="20" name="">
            <a:extLst xmlns:a="http://schemas.openxmlformats.org/drawingml/2006/main">
              <a:ext uri="{FF2B5EF4-FFF2-40B4-BE49-F238E27FC236}">
                <a16:creationId xmlns:a16="http://schemas.microsoft.com/office/drawing/2014/main" id="{5B1DCAF5-4E08-480D-9CF0-191819EEBA3A}"/>
              </a:ext>
            </a:extLst>
          </p:cNvPr>
          <p:cNvSpPr>
            <a:spLocks xmlns:a="http://schemas.openxmlformats.org/drawingml/2006/main" noGrp="1"/>
          </p:cNvSpPr>
          <p:nvPr/>
        </p:nvSpPr>
        <p:spPr>
          <a:xfrm xmlns:a="http://schemas.openxmlformats.org/drawingml/2006/main">
            <a:off x="9163050" y="3810000"/>
            <a:ext cx="1409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i="0">
                <a:solidFill>
                  <a:srgbClr val="163C2C"/>
                </a:solidFill>
              </a:defRPr>
            </a:pPr>
            <a:r>
              <a:rPr sz="1200" b="1" i="0">
                <a:solidFill>
                  <a:srgbClr val="163C2C"/>
                </a:solidFill>
              </a:rPr>
              <a:t>RECOVERY</a:t>
            </a:r>
          </a:p>
        </p:txBody>
      </p:sp>
      <p:sp>
        <p:nvSpPr>
          <p:cNvPr id="21" name="">
            <a:extLst xmlns:a="http://schemas.openxmlformats.org/drawingml/2006/main">
              <a:ext uri="{FF2B5EF4-FFF2-40B4-BE49-F238E27FC236}">
                <a16:creationId xmlns:a16="http://schemas.microsoft.com/office/drawing/2014/main" id="{43D743CF-0043-446B-9554-02AF1976C9DB}"/>
              </a:ext>
            </a:extLst>
          </p:cNvPr>
          <p:cNvSpPr>
            <a:spLocks xmlns:a="http://schemas.openxmlformats.org/drawingml/2006/main" noGrp="1"/>
          </p:cNvSpPr>
          <p:nvPr/>
        </p:nvSpPr>
        <p:spPr>
          <a:xfrm xmlns:a="http://schemas.openxmlformats.org/drawingml/2006/main">
            <a:off x="3562350" y="2476500"/>
            <a:ext cx="3390900" cy="647700"/>
          </a:xfrm>
          <a:prstGeom xmlns:a="http://schemas.openxmlformats.org/drawingml/2006/main" prst="roundRect">
            <a:avLst>
              <a:gd name="adj" fmla="val 11765"/>
            </a:avLst>
          </a:prstGeom>
          <a:solidFill xmlns:a="http://schemas.openxmlformats.org/drawingml/2006/main">
            <a:srgbClr val="7FA847"/>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CA7B6090-BBDB-4CA5-ABBB-48653468A8A3}"/>
              </a:ext>
            </a:extLst>
          </p:cNvPr>
          <p:cNvSpPr>
            <a:spLocks xmlns:a="http://schemas.openxmlformats.org/drawingml/2006/main" noGrp="1"/>
          </p:cNvSpPr>
          <p:nvPr/>
        </p:nvSpPr>
        <p:spPr>
          <a:xfrm xmlns:a="http://schemas.openxmlformats.org/drawingml/2006/main">
            <a:off x="3733800" y="2676525"/>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650" b="1" i="0">
                <a:solidFill>
                  <a:srgbClr val="F7FBF8"/>
                </a:solidFill>
              </a:defRPr>
            </a:pPr>
            <a:r>
              <a:rPr sz="1650" b="1" i="0">
                <a:solidFill>
                  <a:srgbClr val="F7FBF8"/>
                </a:solidFill>
              </a:rPr>
              <a:t>asyncio.sleep(5)</a:t>
            </a:r>
          </a:p>
        </p:txBody>
      </p:sp>
      <p:sp>
        <p:nvSpPr>
          <p:cNvPr id="23" name="">
            <a:extLst xmlns:a="http://schemas.openxmlformats.org/drawingml/2006/main">
              <a:ext uri="{FF2B5EF4-FFF2-40B4-BE49-F238E27FC236}">
                <a16:creationId xmlns:a16="http://schemas.microsoft.com/office/drawing/2014/main" id="{7A07E38A-4E94-45D9-B4C0-E600D2DEC2C1}"/>
              </a:ext>
            </a:extLst>
          </p:cNvPr>
          <p:cNvSpPr>
            <a:spLocks xmlns:a="http://schemas.openxmlformats.org/drawingml/2006/main" noGrp="1"/>
          </p:cNvSpPr>
          <p:nvPr/>
        </p:nvSpPr>
        <p:spPr>
          <a:xfrm xmlns:a="http://schemas.openxmlformats.org/drawingml/2006/main">
            <a:off x="2381250" y="4667250"/>
            <a:ext cx="742950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9525">
            <a:solidFill>
              <a:srgbClr val="C9DED2"/>
            </a:solidFill>
            <a:prstDash val="solid"/>
          </a:ln>
        </p:spPr>
      </p:sp>
      <p:sp>
        <p:nvSpPr>
          <p:cNvPr id="24" name="">
            <a:extLst xmlns:a="http://schemas.openxmlformats.org/drawingml/2006/main">
              <a:ext uri="{FF2B5EF4-FFF2-40B4-BE49-F238E27FC236}">
                <a16:creationId xmlns:a16="http://schemas.microsoft.com/office/drawing/2014/main" id="{7F5AE021-29F4-40B7-BD1C-4C6947AFD422}"/>
              </a:ext>
            </a:extLst>
          </p:cNvPr>
          <p:cNvSpPr>
            <a:spLocks xmlns:a="http://schemas.openxmlformats.org/drawingml/2006/main" noGrp="1"/>
          </p:cNvSpPr>
          <p:nvPr/>
        </p:nvSpPr>
        <p:spPr>
          <a:xfrm xmlns:a="http://schemas.openxmlformats.org/drawingml/2006/main">
            <a:off x="2628900" y="4810125"/>
            <a:ext cx="6934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425" b="1" i="0">
                <a:solidFill>
                  <a:srgbClr val="48B985"/>
                </a:solidFill>
              </a:defRPr>
            </a:pPr>
            <a:r>
              <a:rPr sz="1425" b="1" i="0">
                <a:solidFill>
                  <a:srgbClr val="48B985"/>
                </a:solidFill>
              </a:rPr>
              <a:t>status: error   •   retryable: true</a:t>
            </a:r>
          </a:p>
        </p:txBody>
      </p:sp>
      <p:sp>
        <p:nvSpPr>
          <p:cNvPr id="25" name="">
            <a:extLst xmlns:a="http://schemas.openxmlformats.org/drawingml/2006/main">
              <a:ext uri="{FF2B5EF4-FFF2-40B4-BE49-F238E27FC236}">
                <a16:creationId xmlns:a16="http://schemas.microsoft.com/office/drawing/2014/main" id="{91FB5168-2405-4BA4-8441-88138C2E5E93}"/>
              </a:ext>
            </a:extLst>
          </p:cNvPr>
          <p:cNvSpPr>
            <a:spLocks xmlns:a="http://schemas.openxmlformats.org/drawingml/2006/main" noGrp="1"/>
          </p:cNvSpPr>
          <p:nvPr/>
        </p:nvSpPr>
        <p:spPr>
          <a:xfrm xmlns:a="http://schemas.openxmlformats.org/drawingml/2006/main">
            <a:off x="2628900" y="5124450"/>
            <a:ext cx="69342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75" b="0" i="0">
                <a:solidFill>
                  <a:srgbClr val="163C2C"/>
                </a:solidFill>
              </a:defRPr>
            </a:pPr>
            <a:r>
              <a:rPr sz="1275" b="0" i="0">
                <a:solidFill>
                  <a:srgbClr val="163C2C"/>
                </a:solidFill>
              </a:rPr>
              <a:t>“Room availability could not be checked right now.”</a:t>
            </a:r>
          </a:p>
        </p:txBody>
      </p:sp>
      <p:sp>
        <p:nvSpPr>
          <p:cNvPr id="26" name="">
            <a:extLst xmlns:a="http://schemas.openxmlformats.org/drawingml/2006/main">
              <a:ext uri="{FF2B5EF4-FFF2-40B4-BE49-F238E27FC236}">
                <a16:creationId xmlns:a16="http://schemas.microsoft.com/office/drawing/2014/main" id="{B99415D0-D60C-4222-94AA-88DF29DEDC26}"/>
              </a:ext>
            </a:extLst>
          </p:cNvPr>
          <p:cNvSpPr>
            <a:spLocks xmlns:a="http://schemas.openxmlformats.org/drawingml/2006/main" noGrp="1"/>
          </p:cNvSpPr>
          <p:nvPr/>
        </p:nvSpPr>
        <p:spPr>
          <a:xfrm xmlns:a="http://schemas.openxmlformats.org/drawingml/2006/main">
            <a:off x="2152650" y="5638800"/>
            <a:ext cx="7886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425" b="1" i="0">
                <a:solidFill>
                  <a:srgbClr val="61786E"/>
                </a:solidFill>
              </a:defRPr>
            </a:pPr>
            <a:r>
              <a:rPr sz="1425" b="1" i="0">
                <a:solidFill>
                  <a:srgbClr val="61786E"/>
                </a:solidFill>
              </a:rPr>
              <a:t>No timeout · no exception · no automatic retry</a:t>
            </a:r>
          </a:p>
        </p:txBody>
      </p:sp>
    </p:spTree>
    <p:extLst>
      <p:ext uri="{BB962C8B-B14F-4D97-AF65-F5344CB8AC3E}">
        <p14:creationId xmlns:p14="http://schemas.microsoft.com/office/powerpoint/2010/main" val="1500761223"/>
      </p:ext>
    </p:extLst>
  </p:cSld>
</p:sld>
</file>

<file path=ppt/slides/slide15.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46FDA634-8289-4E8B-AA8E-825CB7C165B3}"/>
              </a:ext>
            </a:extLst>
          </p:cNvPr>
          <p:cNvSpPr>
            <a:spLocks xmlns:a="http://schemas.openxmlformats.org/drawingml/2006/main" noGrp="1"/>
          </p:cNvSpPr>
          <p:nvPr/>
        </p:nvSpPr>
        <p:spPr>
          <a:xfrm xmlns:a="http://schemas.openxmlformats.org/drawingml/2006/main">
            <a:off x="685800" y="514350"/>
            <a:ext cx="76200" cy="285750"/>
          </a:xfrm>
          <a:prstGeom xmlns:a="http://schemas.openxmlformats.org/drawingml/2006/main" prst="roundRect">
            <a:avLst>
              <a:gd name="adj" fmla="val 50000"/>
            </a:avLst>
          </a:prstGeom>
          <a:solidFill xmlns:a="http://schemas.openxmlformats.org/drawingml/2006/main">
            <a:srgbClr val="7FA84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601462E-B536-456A-BAEA-00E7F7574F98}"/>
              </a:ext>
            </a:extLst>
          </p:cNvPr>
          <p:cNvSpPr>
            <a:spLocks xmlns:a="http://schemas.openxmlformats.org/drawingml/2006/main" noGrp="1"/>
          </p:cNvSpPr>
          <p:nvPr/>
        </p:nvSpPr>
        <p:spPr>
          <a:xfrm xmlns:a="http://schemas.openxmlformats.org/drawingml/2006/main">
            <a:off x="895350" y="5048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i="0">
                <a:solidFill>
                  <a:srgbClr val="7FA847"/>
                </a:solidFill>
              </a:defRPr>
            </a:pPr>
            <a:r>
              <a:rPr sz="1125" b="1" i="0">
                <a:solidFill>
                  <a:srgbClr val="7FA847"/>
                </a:solidFill>
              </a:rPr>
              <a:t>Shape the recovery</a:t>
            </a:r>
          </a:p>
        </p:txBody>
      </p:sp>
      <p:sp>
        <p:nvSpPr>
          <p:cNvPr id="3" name="">
            <a:extLst xmlns:a="http://schemas.openxmlformats.org/drawingml/2006/main">
              <a:ext uri="{FF2B5EF4-FFF2-40B4-BE49-F238E27FC236}">
                <a16:creationId xmlns:a16="http://schemas.microsoft.com/office/drawing/2014/main" id="{05320A57-CF04-4613-A590-6B3D602A7224}"/>
              </a:ext>
            </a:extLst>
          </p:cNvPr>
          <p:cNvSpPr>
            <a:spLocks xmlns:a="http://schemas.openxmlformats.org/drawingml/2006/main" noGrp="1"/>
          </p:cNvSpPr>
          <p:nvPr/>
        </p:nvSpPr>
        <p:spPr>
          <a:xfrm xmlns:a="http://schemas.openxmlformats.org/drawingml/2006/main">
            <a:off x="685800" y="933450"/>
            <a:ext cx="1082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i="0">
                <a:solidFill>
                  <a:srgbClr val="163C2C"/>
                </a:solidFill>
              </a:defRPr>
            </a:pPr>
            <a:r>
              <a:rPr sz="3150" b="1" i="0">
                <a:solidFill>
                  <a:srgbClr val="163C2C"/>
                </a:solidFill>
              </a:rPr>
              <a:t>Recovery is a result the agent can reason about</a:t>
            </a:r>
          </a:p>
        </p:txBody>
      </p:sp>
      <p:sp>
        <p:nvSpPr>
          <p:cNvPr id="4" name="">
            <a:extLst xmlns:a="http://schemas.openxmlformats.org/drawingml/2006/main">
              <a:ext uri="{FF2B5EF4-FFF2-40B4-BE49-F238E27FC236}">
                <a16:creationId xmlns:a16="http://schemas.microsoft.com/office/drawing/2014/main" id="{0E84F64B-6B59-4B1C-AFDF-74E0144578A8}"/>
              </a:ext>
            </a:extLst>
          </p:cNvPr>
          <p:cNvSpPr>
            <a:spLocks xmlns:a="http://schemas.openxmlformats.org/drawingml/2006/main" noGrp="1"/>
          </p:cNvSpPr>
          <p:nvPr/>
        </p:nvSpPr>
        <p:spPr>
          <a:xfrm xmlns:a="http://schemas.openxmlformats.org/drawingml/2006/main">
            <a:off x="685800" y="156210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This checkpoint uses acknowledgement, a five-second delay, and a safe next move.</a:t>
            </a:r>
          </a:p>
        </p:txBody>
      </p:sp>
      <p:sp>
        <p:nvSpPr>
          <p:cNvPr id="5" name="">
            <a:extLst xmlns:a="http://schemas.openxmlformats.org/drawingml/2006/main">
              <a:ext uri="{FF2B5EF4-FFF2-40B4-BE49-F238E27FC236}">
                <a16:creationId xmlns:a16="http://schemas.microsoft.com/office/drawing/2014/main" id="{6968345F-A029-4F48-B9E5-5FCC31E0631D}"/>
              </a:ext>
            </a:extLst>
          </p:cNvPr>
          <p:cNvSpPr>
            <a:spLocks xmlns:a="http://schemas.openxmlformats.org/drawingml/2006/main" noGrp="1"/>
          </p:cNvSpPr>
          <p:nvPr/>
        </p:nvSpPr>
        <p:spPr>
          <a:xfrm xmlns:a="http://schemas.openxmlformats.org/drawingml/2006/main">
            <a:off x="685800" y="6448425"/>
            <a:ext cx="108204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32340E1-1338-4605-9F60-49FAA55A0761}"/>
              </a:ext>
            </a:extLst>
          </p:cNvPr>
          <p:cNvSpPr>
            <a:spLocks xmlns:a="http://schemas.openxmlformats.org/drawingml/2006/main" noGrp="1"/>
          </p:cNvSpPr>
          <p:nvPr/>
        </p:nvSpPr>
        <p:spPr>
          <a:xfrm xmlns:a="http://schemas.openxmlformats.org/drawingml/2006/main">
            <a:off x="685800" y="65246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00" b="1" i="0">
                <a:solidFill>
                  <a:srgbClr val="7F9389"/>
                </a:solidFill>
              </a:defRPr>
            </a:pPr>
            <a:r>
              <a:rPr sz="900" b="1" i="0">
                <a:solidFill>
                  <a:srgbClr val="7F9389"/>
                </a:solidFill>
              </a:rPr>
              <a:t>VOICE AGENTS × GOOGLE ADK</a:t>
            </a:r>
          </a:p>
        </p:txBody>
      </p:sp>
      <p:sp>
        <p:nvSpPr>
          <p:cNvPr id="7" name="">
            <a:extLst xmlns:a="http://schemas.openxmlformats.org/drawingml/2006/main">
              <a:ext uri="{FF2B5EF4-FFF2-40B4-BE49-F238E27FC236}">
                <a16:creationId xmlns:a16="http://schemas.microsoft.com/office/drawing/2014/main" id="{4CA14424-716F-4D27-9714-534D22EE212B}"/>
              </a:ext>
            </a:extLst>
          </p:cNvPr>
          <p:cNvSpPr>
            <a:spLocks xmlns:a="http://schemas.openxmlformats.org/drawingml/2006/main" noGrp="1"/>
          </p:cNvSpPr>
          <p:nvPr/>
        </p:nvSpPr>
        <p:spPr>
          <a:xfrm xmlns:a="http://schemas.openxmlformats.org/drawingml/2006/main">
            <a:off x="10972800" y="6505575"/>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00" b="1" i="0">
                <a:solidFill>
                  <a:srgbClr val="7F9389"/>
                </a:solidFill>
              </a:defRPr>
            </a:pPr>
            <a:r>
              <a:rPr sz="900" b="1" i="0">
                <a:solidFill>
                  <a:srgbClr val="7F9389"/>
                </a:solidFill>
              </a:rPr>
              <a:t>15</a:t>
            </a:r>
          </a:p>
        </p:txBody>
      </p:sp>
      <p:sp>
        <p:nvSpPr>
          <p:cNvPr id="8" name="">
            <a:extLst xmlns:a="http://schemas.openxmlformats.org/drawingml/2006/main">
              <a:ext uri="{FF2B5EF4-FFF2-40B4-BE49-F238E27FC236}">
                <a16:creationId xmlns:a16="http://schemas.microsoft.com/office/drawing/2014/main" id="{444AC29C-8044-4DA8-820F-6D641B9B5AE0}"/>
              </a:ext>
            </a:extLst>
          </p:cNvPr>
          <p:cNvSpPr>
            <a:spLocks xmlns:a="http://schemas.openxmlformats.org/drawingml/2006/main" noGrp="1"/>
          </p:cNvSpPr>
          <p:nvPr/>
        </p:nvSpPr>
        <p:spPr>
          <a:xfrm xmlns:a="http://schemas.openxmlformats.org/drawingml/2006/main">
            <a:off x="685800" y="2286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i="0">
                <a:solidFill>
                  <a:srgbClr val="159A64"/>
                </a:solidFill>
              </a:defRPr>
            </a:pPr>
            <a:r>
              <a:rPr sz="1275" b="1" i="0">
                <a:solidFill>
                  <a:srgbClr val="159A64"/>
                </a:solidFill>
              </a:rPr>
              <a:t>01</a:t>
            </a:r>
          </a:p>
        </p:txBody>
      </p:sp>
      <p:sp>
        <p:nvSpPr>
          <p:cNvPr id="9" name="">
            <a:extLst xmlns:a="http://schemas.openxmlformats.org/drawingml/2006/main">
              <a:ext uri="{FF2B5EF4-FFF2-40B4-BE49-F238E27FC236}">
                <a16:creationId xmlns:a16="http://schemas.microsoft.com/office/drawing/2014/main" id="{BB4148E9-667C-4D29-A2C9-E63B3FFA8094}"/>
              </a:ext>
            </a:extLst>
          </p:cNvPr>
          <p:cNvSpPr>
            <a:spLocks xmlns:a="http://schemas.openxmlformats.org/drawingml/2006/main" noGrp="1"/>
          </p:cNvSpPr>
          <p:nvPr/>
        </p:nvSpPr>
        <p:spPr>
          <a:xfrm xmlns:a="http://schemas.openxmlformats.org/drawingml/2006/main">
            <a:off x="685800" y="2781300"/>
            <a:ext cx="2324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i="0">
                <a:solidFill>
                  <a:srgbClr val="163C2C"/>
                </a:solidFill>
              </a:defRPr>
            </a:pPr>
            <a:r>
              <a:rPr sz="1725" b="1" i="0">
                <a:solidFill>
                  <a:srgbClr val="163C2C"/>
                </a:solidFill>
              </a:rPr>
              <a:t>ACKNOWLEDGE</a:t>
            </a:r>
          </a:p>
        </p:txBody>
      </p:sp>
      <p:sp>
        <p:nvSpPr>
          <p:cNvPr id="10" name="">
            <a:extLst xmlns:a="http://schemas.openxmlformats.org/drawingml/2006/main">
              <a:ext uri="{FF2B5EF4-FFF2-40B4-BE49-F238E27FC236}">
                <a16:creationId xmlns:a16="http://schemas.microsoft.com/office/drawing/2014/main" id="{6A596520-B350-4A63-A89B-64DA42F74989}"/>
              </a:ext>
            </a:extLst>
          </p:cNvPr>
          <p:cNvSpPr>
            <a:spLocks xmlns:a="http://schemas.openxmlformats.org/drawingml/2006/main" noGrp="1"/>
          </p:cNvSpPr>
          <p:nvPr/>
        </p:nvSpPr>
        <p:spPr>
          <a:xfrm xmlns:a="http://schemas.openxmlformats.org/drawingml/2006/main">
            <a:off x="685800" y="3219450"/>
            <a:ext cx="2324100" cy="28575"/>
          </a:xfrm>
          <a:prstGeom xmlns:a="http://schemas.openxmlformats.org/drawingml/2006/main" prst="rect">
            <a:avLst/>
          </a:prstGeom>
          <a:solidFill xmlns:a="http://schemas.openxmlformats.org/drawingml/2006/main">
            <a:srgbClr val="159A64"/>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725D435-987B-4B8C-A06A-2EC89C6996E6}"/>
              </a:ext>
            </a:extLst>
          </p:cNvPr>
          <p:cNvSpPr>
            <a:spLocks xmlns:a="http://schemas.openxmlformats.org/drawingml/2006/main" noGrp="1"/>
          </p:cNvSpPr>
          <p:nvPr/>
        </p:nvSpPr>
        <p:spPr>
          <a:xfrm xmlns:a="http://schemas.openxmlformats.org/drawingml/2006/main">
            <a:off x="685800" y="3543300"/>
            <a:ext cx="23241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“I’m checking that now.”</a:t>
            </a:r>
          </a:p>
        </p:txBody>
      </p:sp>
      <p:sp>
        <p:nvSpPr>
          <p:cNvPr id="12" name="">
            <a:extLst xmlns:a="http://schemas.openxmlformats.org/drawingml/2006/main">
              <a:ext uri="{FF2B5EF4-FFF2-40B4-BE49-F238E27FC236}">
                <a16:creationId xmlns:a16="http://schemas.microsoft.com/office/drawing/2014/main" id="{28343943-B325-441C-A7DD-1720B81C2106}"/>
              </a:ext>
            </a:extLst>
          </p:cNvPr>
          <p:cNvSpPr>
            <a:spLocks xmlns:a="http://schemas.openxmlformats.org/drawingml/2006/main" noGrp="1"/>
          </p:cNvSpPr>
          <p:nvPr/>
        </p:nvSpPr>
        <p:spPr>
          <a:xfrm xmlns:a="http://schemas.openxmlformats.org/drawingml/2006/main">
            <a:off x="3371850" y="2286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i="0">
                <a:solidFill>
                  <a:srgbClr val="7FA847"/>
                </a:solidFill>
              </a:defRPr>
            </a:pPr>
            <a:r>
              <a:rPr sz="1275" b="1" i="0">
                <a:solidFill>
                  <a:srgbClr val="7FA847"/>
                </a:solidFill>
              </a:rPr>
              <a:t>02</a:t>
            </a:r>
          </a:p>
        </p:txBody>
      </p:sp>
      <p:sp>
        <p:nvSpPr>
          <p:cNvPr id="13" name="">
            <a:extLst xmlns:a="http://schemas.openxmlformats.org/drawingml/2006/main">
              <a:ext uri="{FF2B5EF4-FFF2-40B4-BE49-F238E27FC236}">
                <a16:creationId xmlns:a16="http://schemas.microsoft.com/office/drawing/2014/main" id="{2252AF6A-8F12-4DCA-A58D-69758C302088}"/>
              </a:ext>
            </a:extLst>
          </p:cNvPr>
          <p:cNvSpPr>
            <a:spLocks xmlns:a="http://schemas.openxmlformats.org/drawingml/2006/main" noGrp="1"/>
          </p:cNvSpPr>
          <p:nvPr/>
        </p:nvSpPr>
        <p:spPr>
          <a:xfrm xmlns:a="http://schemas.openxmlformats.org/drawingml/2006/main">
            <a:off x="3371850" y="2781300"/>
            <a:ext cx="2324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i="0">
                <a:solidFill>
                  <a:srgbClr val="163C2C"/>
                </a:solidFill>
              </a:defRPr>
            </a:pPr>
            <a:r>
              <a:rPr sz="1725" b="1" i="0">
                <a:solidFill>
                  <a:srgbClr val="163C2C"/>
                </a:solidFill>
              </a:rPr>
              <a:t>WAIT</a:t>
            </a:r>
          </a:p>
        </p:txBody>
      </p:sp>
      <p:sp>
        <p:nvSpPr>
          <p:cNvPr id="14" name="">
            <a:extLst xmlns:a="http://schemas.openxmlformats.org/drawingml/2006/main">
              <a:ext uri="{FF2B5EF4-FFF2-40B4-BE49-F238E27FC236}">
                <a16:creationId xmlns:a16="http://schemas.microsoft.com/office/drawing/2014/main" id="{DC03AB84-6C9E-49D8-AD8E-CC333F196F5F}"/>
              </a:ext>
            </a:extLst>
          </p:cNvPr>
          <p:cNvSpPr>
            <a:spLocks xmlns:a="http://schemas.openxmlformats.org/drawingml/2006/main" noGrp="1"/>
          </p:cNvSpPr>
          <p:nvPr/>
        </p:nvSpPr>
        <p:spPr>
          <a:xfrm xmlns:a="http://schemas.openxmlformats.org/drawingml/2006/main">
            <a:off x="3371850" y="3219450"/>
            <a:ext cx="2324100" cy="28575"/>
          </a:xfrm>
          <a:prstGeom xmlns:a="http://schemas.openxmlformats.org/drawingml/2006/main" prst="rect">
            <a:avLst/>
          </a:prstGeom>
          <a:solidFill xmlns:a="http://schemas.openxmlformats.org/drawingml/2006/main">
            <a:srgbClr val="7FA847"/>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565DA557-D2C2-47CE-84C1-0AC38EE381BF}"/>
              </a:ext>
            </a:extLst>
          </p:cNvPr>
          <p:cNvSpPr>
            <a:spLocks xmlns:a="http://schemas.openxmlformats.org/drawingml/2006/main" noGrp="1"/>
          </p:cNvSpPr>
          <p:nvPr/>
        </p:nvSpPr>
        <p:spPr>
          <a:xfrm xmlns:a="http://schemas.openxmlformats.org/drawingml/2006/main">
            <a:off x="3371850" y="3543300"/>
            <a:ext cx="23241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five-second tool delay</a:t>
            </a:r>
          </a:p>
        </p:txBody>
      </p:sp>
      <p:sp>
        <p:nvSpPr>
          <p:cNvPr id="16" name="">
            <a:extLst xmlns:a="http://schemas.openxmlformats.org/drawingml/2006/main">
              <a:ext uri="{FF2B5EF4-FFF2-40B4-BE49-F238E27FC236}">
                <a16:creationId xmlns:a16="http://schemas.microsoft.com/office/drawing/2014/main" id="{EB59CDF4-6101-436E-B270-0B42AC576B77}"/>
              </a:ext>
            </a:extLst>
          </p:cNvPr>
          <p:cNvSpPr>
            <a:spLocks xmlns:a="http://schemas.openxmlformats.org/drawingml/2006/main" noGrp="1"/>
          </p:cNvSpPr>
          <p:nvPr/>
        </p:nvSpPr>
        <p:spPr>
          <a:xfrm xmlns:a="http://schemas.openxmlformats.org/drawingml/2006/main">
            <a:off x="6057900" y="2286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i="0">
                <a:solidFill>
                  <a:srgbClr val="48B985"/>
                </a:solidFill>
              </a:defRPr>
            </a:pPr>
            <a:r>
              <a:rPr sz="1275" b="1" i="0">
                <a:solidFill>
                  <a:srgbClr val="48B985"/>
                </a:solidFill>
              </a:rPr>
              <a:t>03</a:t>
            </a:r>
          </a:p>
        </p:txBody>
      </p:sp>
      <p:sp>
        <p:nvSpPr>
          <p:cNvPr id="17" name="">
            <a:extLst xmlns:a="http://schemas.openxmlformats.org/drawingml/2006/main">
              <a:ext uri="{FF2B5EF4-FFF2-40B4-BE49-F238E27FC236}">
                <a16:creationId xmlns:a16="http://schemas.microsoft.com/office/drawing/2014/main" id="{787B2305-BEC6-478B-99A8-83F5611993B2}"/>
              </a:ext>
            </a:extLst>
          </p:cNvPr>
          <p:cNvSpPr>
            <a:spLocks xmlns:a="http://schemas.openxmlformats.org/drawingml/2006/main" noGrp="1"/>
          </p:cNvSpPr>
          <p:nvPr/>
        </p:nvSpPr>
        <p:spPr>
          <a:xfrm xmlns:a="http://schemas.openxmlformats.org/drawingml/2006/main">
            <a:off x="6057900" y="2781300"/>
            <a:ext cx="2324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i="0">
                <a:solidFill>
                  <a:srgbClr val="163C2C"/>
                </a:solidFill>
              </a:defRPr>
            </a:pPr>
            <a:r>
              <a:rPr sz="1725" b="1" i="0">
                <a:solidFill>
                  <a:srgbClr val="163C2C"/>
                </a:solidFill>
              </a:rPr>
              <a:t>RETURN</a:t>
            </a:r>
          </a:p>
        </p:txBody>
      </p:sp>
      <p:sp>
        <p:nvSpPr>
          <p:cNvPr id="18" name="">
            <a:extLst xmlns:a="http://schemas.openxmlformats.org/drawingml/2006/main">
              <a:ext uri="{FF2B5EF4-FFF2-40B4-BE49-F238E27FC236}">
                <a16:creationId xmlns:a16="http://schemas.microsoft.com/office/drawing/2014/main" id="{DBEF7424-438B-4A64-A13B-21E504631427}"/>
              </a:ext>
            </a:extLst>
          </p:cNvPr>
          <p:cNvSpPr>
            <a:spLocks xmlns:a="http://schemas.openxmlformats.org/drawingml/2006/main" noGrp="1"/>
          </p:cNvSpPr>
          <p:nvPr/>
        </p:nvSpPr>
        <p:spPr>
          <a:xfrm xmlns:a="http://schemas.openxmlformats.org/drawingml/2006/main">
            <a:off x="6057900" y="3219450"/>
            <a:ext cx="2324100" cy="28575"/>
          </a:xfrm>
          <a:prstGeom xmlns:a="http://schemas.openxmlformats.org/drawingml/2006/main" prst="rect">
            <a:avLst/>
          </a:prstGeom>
          <a:solidFill xmlns:a="http://schemas.openxmlformats.org/drawingml/2006/main">
            <a:srgbClr val="48B9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F0F01C8-A694-4818-B42C-15CF237BA12B}"/>
              </a:ext>
            </a:extLst>
          </p:cNvPr>
          <p:cNvSpPr>
            <a:spLocks xmlns:a="http://schemas.openxmlformats.org/drawingml/2006/main" noGrp="1"/>
          </p:cNvSpPr>
          <p:nvPr/>
        </p:nvSpPr>
        <p:spPr>
          <a:xfrm xmlns:a="http://schemas.openxmlformats.org/drawingml/2006/main">
            <a:off x="6057900" y="3543300"/>
            <a:ext cx="23241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status · message · retryable</a:t>
            </a:r>
          </a:p>
        </p:txBody>
      </p:sp>
      <p:sp>
        <p:nvSpPr>
          <p:cNvPr id="20" name="">
            <a:extLst xmlns:a="http://schemas.openxmlformats.org/drawingml/2006/main">
              <a:ext uri="{FF2B5EF4-FFF2-40B4-BE49-F238E27FC236}">
                <a16:creationId xmlns:a16="http://schemas.microsoft.com/office/drawing/2014/main" id="{04248547-033B-45D5-AF29-2B285F61CE55}"/>
              </a:ext>
            </a:extLst>
          </p:cNvPr>
          <p:cNvSpPr>
            <a:spLocks xmlns:a="http://schemas.openxmlformats.org/drawingml/2006/main" noGrp="1"/>
          </p:cNvSpPr>
          <p:nvPr/>
        </p:nvSpPr>
        <p:spPr>
          <a:xfrm xmlns:a="http://schemas.openxmlformats.org/drawingml/2006/main">
            <a:off x="8743950" y="2286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i="0">
                <a:solidFill>
                  <a:srgbClr val="6FAF8D"/>
                </a:solidFill>
              </a:defRPr>
            </a:pPr>
            <a:r>
              <a:rPr sz="1275" b="1" i="0">
                <a:solidFill>
                  <a:srgbClr val="6FAF8D"/>
                </a:solidFill>
              </a:rPr>
              <a:t>04</a:t>
            </a:r>
          </a:p>
        </p:txBody>
      </p:sp>
      <p:sp>
        <p:nvSpPr>
          <p:cNvPr id="21" name="">
            <a:extLst xmlns:a="http://schemas.openxmlformats.org/drawingml/2006/main">
              <a:ext uri="{FF2B5EF4-FFF2-40B4-BE49-F238E27FC236}">
                <a16:creationId xmlns:a16="http://schemas.microsoft.com/office/drawing/2014/main" id="{79FF120B-948B-445E-AA33-00FC93055D78}"/>
              </a:ext>
            </a:extLst>
          </p:cNvPr>
          <p:cNvSpPr>
            <a:spLocks xmlns:a="http://schemas.openxmlformats.org/drawingml/2006/main" noGrp="1"/>
          </p:cNvSpPr>
          <p:nvPr/>
        </p:nvSpPr>
        <p:spPr>
          <a:xfrm xmlns:a="http://schemas.openxmlformats.org/drawingml/2006/main">
            <a:off x="8743950" y="2781300"/>
            <a:ext cx="2324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i="0">
                <a:solidFill>
                  <a:srgbClr val="163C2C"/>
                </a:solidFill>
              </a:defRPr>
            </a:pPr>
            <a:r>
              <a:rPr sz="1725" b="1" i="0">
                <a:solidFill>
                  <a:srgbClr val="163C2C"/>
                </a:solidFill>
              </a:rPr>
              <a:t>RECOVER</a:t>
            </a:r>
          </a:p>
        </p:txBody>
      </p:sp>
      <p:sp>
        <p:nvSpPr>
          <p:cNvPr id="22" name="">
            <a:extLst xmlns:a="http://schemas.openxmlformats.org/drawingml/2006/main">
              <a:ext uri="{FF2B5EF4-FFF2-40B4-BE49-F238E27FC236}">
                <a16:creationId xmlns:a16="http://schemas.microsoft.com/office/drawing/2014/main" id="{1772B3AE-FD14-4569-A4F3-F2BAC3582DB5}"/>
              </a:ext>
            </a:extLst>
          </p:cNvPr>
          <p:cNvSpPr>
            <a:spLocks xmlns:a="http://schemas.openxmlformats.org/drawingml/2006/main" noGrp="1"/>
          </p:cNvSpPr>
          <p:nvPr/>
        </p:nvSpPr>
        <p:spPr>
          <a:xfrm xmlns:a="http://schemas.openxmlformats.org/drawingml/2006/main">
            <a:off x="8743950" y="3219450"/>
            <a:ext cx="2324100" cy="28575"/>
          </a:xfrm>
          <a:prstGeom xmlns:a="http://schemas.openxmlformats.org/drawingml/2006/main" prst="rect">
            <a:avLst/>
          </a:prstGeom>
          <a:solidFill xmlns:a="http://schemas.openxmlformats.org/drawingml/2006/main">
            <a:srgbClr val="6FAF8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70A083D-3D86-432B-9319-0E1947AB4951}"/>
              </a:ext>
            </a:extLst>
          </p:cNvPr>
          <p:cNvSpPr>
            <a:spLocks xmlns:a="http://schemas.openxmlformats.org/drawingml/2006/main" noGrp="1"/>
          </p:cNvSpPr>
          <p:nvPr/>
        </p:nvSpPr>
        <p:spPr>
          <a:xfrm xmlns:a="http://schemas.openxmlformats.org/drawingml/2006/main">
            <a:off x="8743950" y="3543300"/>
            <a:ext cx="23241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apologize + offer another time</a:t>
            </a:r>
          </a:p>
        </p:txBody>
      </p:sp>
      <p:sp>
        <p:nvSpPr>
          <p:cNvPr id="24" name="">
            <a:extLst xmlns:a="http://schemas.openxmlformats.org/drawingml/2006/main">
              <a:ext uri="{FF2B5EF4-FFF2-40B4-BE49-F238E27FC236}">
                <a16:creationId xmlns:a16="http://schemas.microsoft.com/office/drawing/2014/main" id="{CC68DD5B-DF38-4CC3-A2E9-DD6273DE3F61}"/>
              </a:ext>
            </a:extLst>
          </p:cNvPr>
          <p:cNvSpPr>
            <a:spLocks xmlns:a="http://schemas.openxmlformats.org/drawingml/2006/main" noGrp="1"/>
          </p:cNvSpPr>
          <p:nvPr/>
        </p:nvSpPr>
        <p:spPr>
          <a:xfrm xmlns:a="http://schemas.openxmlformats.org/drawingml/2006/main">
            <a:off x="1733550" y="4857750"/>
            <a:ext cx="8724900" cy="64770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C9DED2"/>
            </a:solidFill>
            <a:prstDash val="solid"/>
          </a:ln>
        </p:spPr>
      </p:sp>
      <p:sp>
        <p:nvSpPr>
          <p:cNvPr id="25" name="">
            <a:extLst xmlns:a="http://schemas.openxmlformats.org/drawingml/2006/main">
              <a:ext uri="{FF2B5EF4-FFF2-40B4-BE49-F238E27FC236}">
                <a16:creationId xmlns:a16="http://schemas.microsoft.com/office/drawing/2014/main" id="{623EA45A-53AE-4E29-AC2D-0800FF9BF962}"/>
              </a:ext>
            </a:extLst>
          </p:cNvPr>
          <p:cNvSpPr>
            <a:spLocks xmlns:a="http://schemas.openxmlformats.org/drawingml/2006/main" noGrp="1"/>
          </p:cNvSpPr>
          <p:nvPr/>
        </p:nvSpPr>
        <p:spPr>
          <a:xfrm xmlns:a="http://schemas.openxmlformats.org/drawingml/2006/main">
            <a:off x="1943100" y="5067300"/>
            <a:ext cx="8305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75" b="1" i="0">
                <a:solidFill>
                  <a:srgbClr val="48B985"/>
                </a:solidFill>
              </a:defRPr>
            </a:pPr>
            <a:r>
              <a:rPr sz="1575" b="1" i="0">
                <a:solidFill>
                  <a:srgbClr val="48B985"/>
                </a:solidFill>
              </a:rPr>
              <a:t>The agent does not retry unless the user asks.</a:t>
            </a:r>
          </a:p>
        </p:txBody>
      </p:sp>
    </p:spTree>
    <p:extLst>
      <p:ext uri="{BB962C8B-B14F-4D97-AF65-F5344CB8AC3E}">
        <p14:creationId xmlns:p14="http://schemas.microsoft.com/office/powerpoint/2010/main" val="1857585389"/>
      </p:ext>
    </p:extLst>
  </p:cSld>
</p:sld>
</file>

<file path=ppt/slides/slide16.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82DA187A-C425-43D2-9406-9C46B094A49D}"/>
              </a:ext>
            </a:extLst>
          </p:cNvPr>
          <p:cNvSpPr>
            <a:spLocks xmlns:a="http://schemas.openxmlformats.org/drawingml/2006/main" noGrp="1"/>
          </p:cNvSpPr>
          <p:nvPr/>
        </p:nvSpPr>
        <p:spPr>
          <a:xfrm xmlns:a="http://schemas.openxmlformats.org/drawingml/2006/main">
            <a:off x="685800" y="514350"/>
            <a:ext cx="76200" cy="2857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24BED4E-9452-430A-B409-F5A2B718C4B6}"/>
              </a:ext>
            </a:extLst>
          </p:cNvPr>
          <p:cNvSpPr>
            <a:spLocks xmlns:a="http://schemas.openxmlformats.org/drawingml/2006/main" noGrp="1"/>
          </p:cNvSpPr>
          <p:nvPr/>
        </p:nvSpPr>
        <p:spPr>
          <a:xfrm xmlns:a="http://schemas.openxmlformats.org/drawingml/2006/main">
            <a:off x="895350" y="5048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i="0">
                <a:solidFill>
                  <a:srgbClr val="159A64"/>
                </a:solidFill>
              </a:defRPr>
            </a:pPr>
            <a:r>
              <a:rPr sz="1125" b="1" i="0">
                <a:solidFill>
                  <a:srgbClr val="159A64"/>
                </a:solidFill>
              </a:rPr>
              <a:t>Before production</a:t>
            </a:r>
          </a:p>
        </p:txBody>
      </p:sp>
      <p:sp>
        <p:nvSpPr>
          <p:cNvPr id="3" name="">
            <a:extLst xmlns:a="http://schemas.openxmlformats.org/drawingml/2006/main">
              <a:ext uri="{FF2B5EF4-FFF2-40B4-BE49-F238E27FC236}">
                <a16:creationId xmlns:a16="http://schemas.microsoft.com/office/drawing/2014/main" id="{5AAFFEB3-41DB-49A6-A2A4-AEFCB94B1604}"/>
              </a:ext>
            </a:extLst>
          </p:cNvPr>
          <p:cNvSpPr>
            <a:spLocks xmlns:a="http://schemas.openxmlformats.org/drawingml/2006/main" noGrp="1"/>
          </p:cNvSpPr>
          <p:nvPr/>
        </p:nvSpPr>
        <p:spPr>
          <a:xfrm xmlns:a="http://schemas.openxmlformats.org/drawingml/2006/main">
            <a:off x="685800" y="933450"/>
            <a:ext cx="1082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i="0">
                <a:solidFill>
                  <a:srgbClr val="163C2C"/>
                </a:solidFill>
              </a:defRPr>
            </a:pPr>
            <a:r>
              <a:rPr sz="3150" b="1" i="0">
                <a:solidFill>
                  <a:srgbClr val="163C2C"/>
                </a:solidFill>
              </a:rPr>
              <a:t>Production lives around the model</a:t>
            </a:r>
          </a:p>
        </p:txBody>
      </p:sp>
      <p:sp>
        <p:nvSpPr>
          <p:cNvPr id="4" name="">
            <a:extLst xmlns:a="http://schemas.openxmlformats.org/drawingml/2006/main">
              <a:ext uri="{FF2B5EF4-FFF2-40B4-BE49-F238E27FC236}">
                <a16:creationId xmlns:a16="http://schemas.microsoft.com/office/drawing/2014/main" id="{73A600B0-2D7D-4D68-85D2-42C5A32A5886}"/>
              </a:ext>
            </a:extLst>
          </p:cNvPr>
          <p:cNvSpPr>
            <a:spLocks xmlns:a="http://schemas.openxmlformats.org/drawingml/2006/main" noGrp="1"/>
          </p:cNvSpPr>
          <p:nvPr/>
        </p:nvSpPr>
        <p:spPr>
          <a:xfrm xmlns:a="http://schemas.openxmlformats.org/drawingml/2006/main">
            <a:off x="685800" y="156210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Optimize the whole conversation loop—not one API call.</a:t>
            </a:r>
          </a:p>
        </p:txBody>
      </p:sp>
      <p:sp>
        <p:nvSpPr>
          <p:cNvPr id="5" name="">
            <a:extLst xmlns:a="http://schemas.openxmlformats.org/drawingml/2006/main">
              <a:ext uri="{FF2B5EF4-FFF2-40B4-BE49-F238E27FC236}">
                <a16:creationId xmlns:a16="http://schemas.microsoft.com/office/drawing/2014/main" id="{F7B54FDF-8F25-4882-9D4D-0EA5F0FC7E38}"/>
              </a:ext>
            </a:extLst>
          </p:cNvPr>
          <p:cNvSpPr>
            <a:spLocks xmlns:a="http://schemas.openxmlformats.org/drawingml/2006/main" noGrp="1"/>
          </p:cNvSpPr>
          <p:nvPr/>
        </p:nvSpPr>
        <p:spPr>
          <a:xfrm xmlns:a="http://schemas.openxmlformats.org/drawingml/2006/main">
            <a:off x="685800" y="6448425"/>
            <a:ext cx="108204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2706296-4161-4690-8DA9-07278068A237}"/>
              </a:ext>
            </a:extLst>
          </p:cNvPr>
          <p:cNvSpPr>
            <a:spLocks xmlns:a="http://schemas.openxmlformats.org/drawingml/2006/main" noGrp="1"/>
          </p:cNvSpPr>
          <p:nvPr/>
        </p:nvSpPr>
        <p:spPr>
          <a:xfrm xmlns:a="http://schemas.openxmlformats.org/drawingml/2006/main">
            <a:off x="685800" y="65246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00" b="1" i="0">
                <a:solidFill>
                  <a:srgbClr val="7F9389"/>
                </a:solidFill>
              </a:defRPr>
            </a:pPr>
            <a:r>
              <a:rPr sz="900" b="1" i="0">
                <a:solidFill>
                  <a:srgbClr val="7F9389"/>
                </a:solidFill>
              </a:rPr>
              <a:t>VOICE AGENTS × GOOGLE ADK</a:t>
            </a:r>
          </a:p>
        </p:txBody>
      </p:sp>
      <p:sp>
        <p:nvSpPr>
          <p:cNvPr id="7" name="">
            <a:extLst xmlns:a="http://schemas.openxmlformats.org/drawingml/2006/main">
              <a:ext uri="{FF2B5EF4-FFF2-40B4-BE49-F238E27FC236}">
                <a16:creationId xmlns:a16="http://schemas.microsoft.com/office/drawing/2014/main" id="{647E773C-F13F-4F37-B8C6-80476F4CB4CE}"/>
              </a:ext>
            </a:extLst>
          </p:cNvPr>
          <p:cNvSpPr>
            <a:spLocks xmlns:a="http://schemas.openxmlformats.org/drawingml/2006/main" noGrp="1"/>
          </p:cNvSpPr>
          <p:nvPr/>
        </p:nvSpPr>
        <p:spPr>
          <a:xfrm xmlns:a="http://schemas.openxmlformats.org/drawingml/2006/main">
            <a:off x="10972800" y="6505575"/>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00" b="1" i="0">
                <a:solidFill>
                  <a:srgbClr val="7F9389"/>
                </a:solidFill>
              </a:defRPr>
            </a:pPr>
            <a:r>
              <a:rPr sz="900" b="1" i="0">
                <a:solidFill>
                  <a:srgbClr val="7F9389"/>
                </a:solidFill>
              </a:rPr>
              <a:t>16</a:t>
            </a:r>
          </a:p>
        </p:txBody>
      </p:sp>
      <p:sp>
        <p:nvSpPr>
          <p:cNvPr id="8" name="">
            <a:extLst xmlns:a="http://schemas.openxmlformats.org/drawingml/2006/main">
              <a:ext uri="{FF2B5EF4-FFF2-40B4-BE49-F238E27FC236}">
                <a16:creationId xmlns:a16="http://schemas.microsoft.com/office/drawing/2014/main" id="{3A10ED6D-C13B-4378-8976-0CC99821D07D}"/>
              </a:ext>
            </a:extLst>
          </p:cNvPr>
          <p:cNvSpPr>
            <a:spLocks xmlns:a="http://schemas.openxmlformats.org/drawingml/2006/main" noGrp="1"/>
          </p:cNvSpPr>
          <p:nvPr/>
        </p:nvSpPr>
        <p:spPr>
          <a:xfrm xmlns:a="http://schemas.openxmlformats.org/drawingml/2006/main">
            <a:off x="819150" y="21336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i="0">
                <a:solidFill>
                  <a:srgbClr val="159A64"/>
                </a:solidFill>
              </a:defRPr>
            </a:pPr>
            <a:r>
              <a:rPr sz="1275" b="1" i="0">
                <a:solidFill>
                  <a:srgbClr val="159A64"/>
                </a:solidFill>
              </a:rPr>
              <a:t>LATENCY</a:t>
            </a:r>
          </a:p>
        </p:txBody>
      </p:sp>
      <p:sp>
        <p:nvSpPr>
          <p:cNvPr id="9" name="">
            <a:extLst xmlns:a="http://schemas.openxmlformats.org/drawingml/2006/main">
              <a:ext uri="{FF2B5EF4-FFF2-40B4-BE49-F238E27FC236}">
                <a16:creationId xmlns:a16="http://schemas.microsoft.com/office/drawing/2014/main" id="{3F1D9A8D-01E8-4D65-BC5F-39665074DDD2}"/>
              </a:ext>
            </a:extLst>
          </p:cNvPr>
          <p:cNvSpPr>
            <a:spLocks xmlns:a="http://schemas.openxmlformats.org/drawingml/2006/main" noGrp="1"/>
          </p:cNvSpPr>
          <p:nvPr/>
        </p:nvSpPr>
        <p:spPr>
          <a:xfrm xmlns:a="http://schemas.openxmlformats.org/drawingml/2006/main">
            <a:off x="2952750" y="2276475"/>
            <a:ext cx="838200" cy="19050"/>
          </a:xfrm>
          <a:prstGeom xmlns:a="http://schemas.openxmlformats.org/drawingml/2006/main" prst="rect">
            <a:avLst/>
          </a:prstGeom>
          <a:solidFill xmlns:a="http://schemas.openxmlformats.org/drawingml/2006/main">
            <a:srgbClr val="159A64"/>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0BF2324-0D0F-4D63-879B-0BA19F4D196D}"/>
              </a:ext>
            </a:extLst>
          </p:cNvPr>
          <p:cNvSpPr>
            <a:spLocks xmlns:a="http://schemas.openxmlformats.org/drawingml/2006/main" noGrp="1"/>
          </p:cNvSpPr>
          <p:nvPr/>
        </p:nvSpPr>
        <p:spPr>
          <a:xfrm xmlns:a="http://schemas.openxmlformats.org/drawingml/2006/main">
            <a:off x="4057650" y="2133600"/>
            <a:ext cx="638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i="0">
                <a:solidFill>
                  <a:srgbClr val="163C2C"/>
                </a:solidFill>
              </a:defRPr>
            </a:pPr>
            <a:r>
              <a:rPr sz="1650" b="0" i="0">
                <a:solidFill>
                  <a:srgbClr val="163C2C"/>
                </a:solidFill>
              </a:rPr>
              <a:t>first audio · turn gap · tool time</a:t>
            </a:r>
          </a:p>
        </p:txBody>
      </p:sp>
      <p:sp>
        <p:nvSpPr>
          <p:cNvPr id="11" name="">
            <a:extLst xmlns:a="http://schemas.openxmlformats.org/drawingml/2006/main">
              <a:ext uri="{FF2B5EF4-FFF2-40B4-BE49-F238E27FC236}">
                <a16:creationId xmlns:a16="http://schemas.microsoft.com/office/drawing/2014/main" id="{6845F1C0-01F9-4FFE-9C77-592C23C3C143}"/>
              </a:ext>
            </a:extLst>
          </p:cNvPr>
          <p:cNvSpPr>
            <a:spLocks xmlns:a="http://schemas.openxmlformats.org/drawingml/2006/main" noGrp="1"/>
          </p:cNvSpPr>
          <p:nvPr/>
        </p:nvSpPr>
        <p:spPr>
          <a:xfrm xmlns:a="http://schemas.openxmlformats.org/drawingml/2006/main">
            <a:off x="819150" y="28384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i="0">
                <a:solidFill>
                  <a:srgbClr val="6FAF8D"/>
                </a:solidFill>
              </a:defRPr>
            </a:pPr>
            <a:r>
              <a:rPr sz="1275" b="1" i="0">
                <a:solidFill>
                  <a:srgbClr val="6FAF8D"/>
                </a:solidFill>
              </a:rPr>
              <a:t>STATE</a:t>
            </a:r>
          </a:p>
        </p:txBody>
      </p:sp>
      <p:sp>
        <p:nvSpPr>
          <p:cNvPr id="12" name="">
            <a:extLst xmlns:a="http://schemas.openxmlformats.org/drawingml/2006/main">
              <a:ext uri="{FF2B5EF4-FFF2-40B4-BE49-F238E27FC236}">
                <a16:creationId xmlns:a16="http://schemas.microsoft.com/office/drawing/2014/main" id="{51A102A4-7A87-4D3E-B99E-AFB47464719D}"/>
              </a:ext>
            </a:extLst>
          </p:cNvPr>
          <p:cNvSpPr>
            <a:spLocks xmlns:a="http://schemas.openxmlformats.org/drawingml/2006/main" noGrp="1"/>
          </p:cNvSpPr>
          <p:nvPr/>
        </p:nvSpPr>
        <p:spPr>
          <a:xfrm xmlns:a="http://schemas.openxmlformats.org/drawingml/2006/main">
            <a:off x="2952750" y="2981325"/>
            <a:ext cx="838200" cy="19050"/>
          </a:xfrm>
          <a:prstGeom xmlns:a="http://schemas.openxmlformats.org/drawingml/2006/main" prst="rect">
            <a:avLst/>
          </a:prstGeom>
          <a:solidFill xmlns:a="http://schemas.openxmlformats.org/drawingml/2006/main">
            <a:srgbClr val="6FAF8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5416173-9501-490D-8112-C618B27D1DDF}"/>
              </a:ext>
            </a:extLst>
          </p:cNvPr>
          <p:cNvSpPr>
            <a:spLocks xmlns:a="http://schemas.openxmlformats.org/drawingml/2006/main" noGrp="1"/>
          </p:cNvSpPr>
          <p:nvPr/>
        </p:nvSpPr>
        <p:spPr>
          <a:xfrm xmlns:a="http://schemas.openxmlformats.org/drawingml/2006/main">
            <a:off x="4057650" y="2838450"/>
            <a:ext cx="638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i="0">
                <a:solidFill>
                  <a:srgbClr val="163C2C"/>
                </a:solidFill>
              </a:defRPr>
            </a:pPr>
            <a:r>
              <a:rPr sz="1650" b="0" i="0">
                <a:solidFill>
                  <a:srgbClr val="163C2C"/>
                </a:solidFill>
              </a:rPr>
              <a:t>one queue/session · durable history</a:t>
            </a:r>
          </a:p>
        </p:txBody>
      </p:sp>
      <p:sp>
        <p:nvSpPr>
          <p:cNvPr id="14" name="">
            <a:extLst xmlns:a="http://schemas.openxmlformats.org/drawingml/2006/main">
              <a:ext uri="{FF2B5EF4-FFF2-40B4-BE49-F238E27FC236}">
                <a16:creationId xmlns:a16="http://schemas.microsoft.com/office/drawing/2014/main" id="{F292DD99-FD69-4585-BA5E-2A2AC47D1FF7}"/>
              </a:ext>
            </a:extLst>
          </p:cNvPr>
          <p:cNvSpPr>
            <a:spLocks xmlns:a="http://schemas.openxmlformats.org/drawingml/2006/main" noGrp="1"/>
          </p:cNvSpPr>
          <p:nvPr/>
        </p:nvSpPr>
        <p:spPr>
          <a:xfrm xmlns:a="http://schemas.openxmlformats.org/drawingml/2006/main">
            <a:off x="819150" y="35433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i="0">
                <a:solidFill>
                  <a:srgbClr val="D05B65"/>
                </a:solidFill>
              </a:defRPr>
            </a:pPr>
            <a:r>
              <a:rPr sz="1275" b="1" i="0">
                <a:solidFill>
                  <a:srgbClr val="D05B65"/>
                </a:solidFill>
              </a:rPr>
              <a:t>SAFETY</a:t>
            </a:r>
          </a:p>
        </p:txBody>
      </p:sp>
      <p:sp>
        <p:nvSpPr>
          <p:cNvPr id="15" name="">
            <a:extLst xmlns:a="http://schemas.openxmlformats.org/drawingml/2006/main">
              <a:ext uri="{FF2B5EF4-FFF2-40B4-BE49-F238E27FC236}">
                <a16:creationId xmlns:a16="http://schemas.microsoft.com/office/drawing/2014/main" id="{1B6B00AC-C347-4F77-AB32-5FB8494C230A}"/>
              </a:ext>
            </a:extLst>
          </p:cNvPr>
          <p:cNvSpPr>
            <a:spLocks xmlns:a="http://schemas.openxmlformats.org/drawingml/2006/main" noGrp="1"/>
          </p:cNvSpPr>
          <p:nvPr/>
        </p:nvSpPr>
        <p:spPr>
          <a:xfrm xmlns:a="http://schemas.openxmlformats.org/drawingml/2006/main">
            <a:off x="2952750" y="3686175"/>
            <a:ext cx="838200" cy="19050"/>
          </a:xfrm>
          <a:prstGeom xmlns:a="http://schemas.openxmlformats.org/drawingml/2006/main" prst="rect">
            <a:avLst/>
          </a:prstGeom>
          <a:solidFill xmlns:a="http://schemas.openxmlformats.org/drawingml/2006/main">
            <a:srgbClr val="D05B65"/>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8D7D0531-24A5-48F4-B47F-154B2A94BC49}"/>
              </a:ext>
            </a:extLst>
          </p:cNvPr>
          <p:cNvSpPr>
            <a:spLocks xmlns:a="http://schemas.openxmlformats.org/drawingml/2006/main" noGrp="1"/>
          </p:cNvSpPr>
          <p:nvPr/>
        </p:nvSpPr>
        <p:spPr>
          <a:xfrm xmlns:a="http://schemas.openxmlformats.org/drawingml/2006/main">
            <a:off x="4057650" y="3543300"/>
            <a:ext cx="638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i="0">
                <a:solidFill>
                  <a:srgbClr val="163C2C"/>
                </a:solidFill>
              </a:defRPr>
            </a:pPr>
            <a:r>
              <a:rPr sz="1650" b="0" i="0">
                <a:solidFill>
                  <a:srgbClr val="163C2C"/>
                </a:solidFill>
              </a:rPr>
              <a:t>confirm consequential actions</a:t>
            </a:r>
          </a:p>
        </p:txBody>
      </p:sp>
      <p:sp>
        <p:nvSpPr>
          <p:cNvPr id="17" name="">
            <a:extLst xmlns:a="http://schemas.openxmlformats.org/drawingml/2006/main">
              <a:ext uri="{FF2B5EF4-FFF2-40B4-BE49-F238E27FC236}">
                <a16:creationId xmlns:a16="http://schemas.microsoft.com/office/drawing/2014/main" id="{A8555A2A-D833-4302-834B-8FAEABB5BCBB}"/>
              </a:ext>
            </a:extLst>
          </p:cNvPr>
          <p:cNvSpPr>
            <a:spLocks xmlns:a="http://schemas.openxmlformats.org/drawingml/2006/main" noGrp="1"/>
          </p:cNvSpPr>
          <p:nvPr/>
        </p:nvSpPr>
        <p:spPr>
          <a:xfrm xmlns:a="http://schemas.openxmlformats.org/drawingml/2006/main">
            <a:off x="819150" y="42481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i="0">
                <a:solidFill>
                  <a:srgbClr val="48B985"/>
                </a:solidFill>
              </a:defRPr>
            </a:pPr>
            <a:r>
              <a:rPr sz="1275" b="1" i="0">
                <a:solidFill>
                  <a:srgbClr val="48B985"/>
                </a:solidFill>
              </a:rPr>
              <a:t>MONITORING</a:t>
            </a:r>
          </a:p>
        </p:txBody>
      </p:sp>
      <p:sp>
        <p:nvSpPr>
          <p:cNvPr id="18" name="">
            <a:extLst xmlns:a="http://schemas.openxmlformats.org/drawingml/2006/main">
              <a:ext uri="{FF2B5EF4-FFF2-40B4-BE49-F238E27FC236}">
                <a16:creationId xmlns:a16="http://schemas.microsoft.com/office/drawing/2014/main" id="{F0914DD8-ABEB-4A22-B995-D30CAE57499B}"/>
              </a:ext>
            </a:extLst>
          </p:cNvPr>
          <p:cNvSpPr>
            <a:spLocks xmlns:a="http://schemas.openxmlformats.org/drawingml/2006/main" noGrp="1"/>
          </p:cNvSpPr>
          <p:nvPr/>
        </p:nvSpPr>
        <p:spPr>
          <a:xfrm xmlns:a="http://schemas.openxmlformats.org/drawingml/2006/main">
            <a:off x="2952750" y="4391025"/>
            <a:ext cx="838200" cy="19050"/>
          </a:xfrm>
          <a:prstGeom xmlns:a="http://schemas.openxmlformats.org/drawingml/2006/main" prst="rect">
            <a:avLst/>
          </a:prstGeom>
          <a:solidFill xmlns:a="http://schemas.openxmlformats.org/drawingml/2006/main">
            <a:srgbClr val="48B9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F546308-22BD-4758-B010-10591E2E53F6}"/>
              </a:ext>
            </a:extLst>
          </p:cNvPr>
          <p:cNvSpPr>
            <a:spLocks xmlns:a="http://schemas.openxmlformats.org/drawingml/2006/main" noGrp="1"/>
          </p:cNvSpPr>
          <p:nvPr/>
        </p:nvSpPr>
        <p:spPr>
          <a:xfrm xmlns:a="http://schemas.openxmlformats.org/drawingml/2006/main">
            <a:off x="4057650" y="4248150"/>
            <a:ext cx="638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i="0">
                <a:solidFill>
                  <a:srgbClr val="163C2C"/>
                </a:solidFill>
              </a:defRPr>
            </a:pPr>
            <a:r>
              <a:rPr sz="1650" b="0" i="0">
                <a:solidFill>
                  <a:srgbClr val="163C2C"/>
                </a:solidFill>
              </a:rPr>
              <a:t>events · transcripts · outcomes</a:t>
            </a:r>
          </a:p>
        </p:txBody>
      </p:sp>
      <p:sp>
        <p:nvSpPr>
          <p:cNvPr id="20" name="">
            <a:extLst xmlns:a="http://schemas.openxmlformats.org/drawingml/2006/main">
              <a:ext uri="{FF2B5EF4-FFF2-40B4-BE49-F238E27FC236}">
                <a16:creationId xmlns:a16="http://schemas.microsoft.com/office/drawing/2014/main" id="{41F51B99-B39E-42CD-BF2F-059783F15C64}"/>
              </a:ext>
            </a:extLst>
          </p:cNvPr>
          <p:cNvSpPr>
            <a:spLocks xmlns:a="http://schemas.openxmlformats.org/drawingml/2006/main" noGrp="1"/>
          </p:cNvSpPr>
          <p:nvPr/>
        </p:nvSpPr>
        <p:spPr>
          <a:xfrm xmlns:a="http://schemas.openxmlformats.org/drawingml/2006/main">
            <a:off x="819150" y="49530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i="0">
                <a:solidFill>
                  <a:srgbClr val="7FA847"/>
                </a:solidFill>
              </a:defRPr>
            </a:pPr>
            <a:r>
              <a:rPr sz="1275" b="1" i="0">
                <a:solidFill>
                  <a:srgbClr val="7FA847"/>
                </a:solidFill>
              </a:rPr>
              <a:t>RESILIENCE</a:t>
            </a:r>
          </a:p>
        </p:txBody>
      </p:sp>
      <p:sp>
        <p:nvSpPr>
          <p:cNvPr id="21" name="">
            <a:extLst xmlns:a="http://schemas.openxmlformats.org/drawingml/2006/main">
              <a:ext uri="{FF2B5EF4-FFF2-40B4-BE49-F238E27FC236}">
                <a16:creationId xmlns:a16="http://schemas.microsoft.com/office/drawing/2014/main" id="{85F5A1A1-93F0-44E7-A4E2-34005901A415}"/>
              </a:ext>
            </a:extLst>
          </p:cNvPr>
          <p:cNvSpPr>
            <a:spLocks xmlns:a="http://schemas.openxmlformats.org/drawingml/2006/main" noGrp="1"/>
          </p:cNvSpPr>
          <p:nvPr/>
        </p:nvSpPr>
        <p:spPr>
          <a:xfrm xmlns:a="http://schemas.openxmlformats.org/drawingml/2006/main">
            <a:off x="2952750" y="5095875"/>
            <a:ext cx="838200" cy="19050"/>
          </a:xfrm>
          <a:prstGeom xmlns:a="http://schemas.openxmlformats.org/drawingml/2006/main" prst="rect">
            <a:avLst/>
          </a:prstGeom>
          <a:solidFill xmlns:a="http://schemas.openxmlformats.org/drawingml/2006/main">
            <a:srgbClr val="7FA847"/>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6AF6077-1ACB-4128-81EB-5DCC8D01BCB3}"/>
              </a:ext>
            </a:extLst>
          </p:cNvPr>
          <p:cNvSpPr>
            <a:spLocks xmlns:a="http://schemas.openxmlformats.org/drawingml/2006/main" noGrp="1"/>
          </p:cNvSpPr>
          <p:nvPr/>
        </p:nvSpPr>
        <p:spPr>
          <a:xfrm xmlns:a="http://schemas.openxmlformats.org/drawingml/2006/main">
            <a:off x="4057650" y="4953000"/>
            <a:ext cx="638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i="0">
                <a:solidFill>
                  <a:srgbClr val="163C2C"/>
                </a:solidFill>
              </a:defRPr>
            </a:pPr>
            <a:r>
              <a:rPr sz="1650" b="0" i="0">
                <a:solidFill>
                  <a:srgbClr val="163C2C"/>
                </a:solidFill>
              </a:rPr>
              <a:t>timeouts · cancellation · fallback</a:t>
            </a:r>
          </a:p>
        </p:txBody>
      </p:sp>
      <p:sp>
        <p:nvSpPr>
          <p:cNvPr id="23" name="">
            <a:extLst xmlns:a="http://schemas.openxmlformats.org/drawingml/2006/main">
              <a:ext uri="{FF2B5EF4-FFF2-40B4-BE49-F238E27FC236}">
                <a16:creationId xmlns:a16="http://schemas.microsoft.com/office/drawing/2014/main" id="{AEE14A73-0391-4D27-996B-BD8E22DAEC32}"/>
              </a:ext>
            </a:extLst>
          </p:cNvPr>
          <p:cNvSpPr>
            <a:spLocks xmlns:a="http://schemas.openxmlformats.org/drawingml/2006/main" noGrp="1"/>
          </p:cNvSpPr>
          <p:nvPr/>
        </p:nvSpPr>
        <p:spPr>
          <a:xfrm xmlns:a="http://schemas.openxmlformats.org/drawingml/2006/main">
            <a:off x="2667000" y="57912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75" b="1" i="0">
                <a:solidFill>
                  <a:srgbClr val="48B985"/>
                </a:solidFill>
              </a:defRPr>
            </a:pPr>
            <a:r>
              <a:rPr sz="1875" b="1" i="0">
                <a:solidFill>
                  <a:srgbClr val="48B985"/>
                </a:solidFill>
              </a:rPr>
              <a:t>Ship only when you can replay what happened.</a:t>
            </a:r>
          </a:p>
        </p:txBody>
      </p:sp>
    </p:spTree>
    <p:extLst>
      <p:ext uri="{BB962C8B-B14F-4D97-AF65-F5344CB8AC3E}">
        <p14:creationId xmlns:p14="http://schemas.microsoft.com/office/powerpoint/2010/main" val="359645729"/>
      </p:ext>
    </p:extLst>
  </p:cSld>
</p:sld>
</file>

<file path=ppt/slides/slide17.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F27BD47-2CF7-43D3-ADC0-9DB8FDFC05B3}"/>
              </a:ext>
            </a:extLst>
          </p:cNvPr>
          <p:cNvSpPr>
            <a:spLocks xmlns:a="http://schemas.openxmlformats.org/drawingml/2006/main" noGrp="1"/>
          </p:cNvSpPr>
          <p:nvPr/>
        </p:nvSpPr>
        <p:spPr>
          <a:xfrm xmlns:a="http://schemas.openxmlformats.org/drawingml/2006/main">
            <a:off x="685800" y="514350"/>
            <a:ext cx="76200" cy="28575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315C8C5-1E7F-4F4D-83E8-696FD1193883}"/>
              </a:ext>
            </a:extLst>
          </p:cNvPr>
          <p:cNvSpPr>
            <a:spLocks xmlns:a="http://schemas.openxmlformats.org/drawingml/2006/main" noGrp="1"/>
          </p:cNvSpPr>
          <p:nvPr/>
        </p:nvSpPr>
        <p:spPr>
          <a:xfrm xmlns:a="http://schemas.openxmlformats.org/drawingml/2006/main">
            <a:off x="895350" y="5048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i="0">
                <a:solidFill>
                  <a:srgbClr val="48B985"/>
                </a:solidFill>
              </a:defRPr>
            </a:pPr>
            <a:r>
              <a:rPr sz="1125" b="1" i="0">
                <a:solidFill>
                  <a:srgbClr val="48B985"/>
                </a:solidFill>
              </a:rPr>
              <a:t>Checkpoint 06 · Production</a:t>
            </a:r>
          </a:p>
        </p:txBody>
      </p:sp>
      <p:sp>
        <p:nvSpPr>
          <p:cNvPr id="3" name="">
            <a:extLst xmlns:a="http://schemas.openxmlformats.org/drawingml/2006/main">
              <a:ext uri="{FF2B5EF4-FFF2-40B4-BE49-F238E27FC236}">
                <a16:creationId xmlns:a16="http://schemas.microsoft.com/office/drawing/2014/main" id="{B7CB9BC7-A479-43E7-BED2-5AB898576863}"/>
              </a:ext>
            </a:extLst>
          </p:cNvPr>
          <p:cNvSpPr>
            <a:spLocks xmlns:a="http://schemas.openxmlformats.org/drawingml/2006/main" noGrp="1"/>
          </p:cNvSpPr>
          <p:nvPr/>
        </p:nvSpPr>
        <p:spPr>
          <a:xfrm xmlns:a="http://schemas.openxmlformats.org/drawingml/2006/main">
            <a:off x="685800" y="933450"/>
            <a:ext cx="1082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i="0">
                <a:solidFill>
                  <a:srgbClr val="163C2C"/>
                </a:solidFill>
              </a:defRPr>
            </a:pPr>
            <a:r>
              <a:rPr sz="3150" b="1" i="0">
                <a:solidFill>
                  <a:srgbClr val="163C2C"/>
                </a:solidFill>
              </a:rPr>
              <a:t>Put approval around the write</a:t>
            </a:r>
          </a:p>
        </p:txBody>
      </p:sp>
      <p:sp>
        <p:nvSpPr>
          <p:cNvPr id="4" name="">
            <a:extLst xmlns:a="http://schemas.openxmlformats.org/drawingml/2006/main">
              <a:ext uri="{FF2B5EF4-FFF2-40B4-BE49-F238E27FC236}">
                <a16:creationId xmlns:a16="http://schemas.microsoft.com/office/drawing/2014/main" id="{456ECDF4-34C3-47BD-8A4C-EF286F65CFA2}"/>
              </a:ext>
            </a:extLst>
          </p:cNvPr>
          <p:cNvSpPr>
            <a:spLocks xmlns:a="http://schemas.openxmlformats.org/drawingml/2006/main" noGrp="1"/>
          </p:cNvSpPr>
          <p:nvPr/>
        </p:nvSpPr>
        <p:spPr>
          <a:xfrm xmlns:a="http://schemas.openxmlformats.org/drawingml/2006/main">
            <a:off x="685800" y="156210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Search freely. Validate in Python. Confirm before the simulated write.</a:t>
            </a:r>
          </a:p>
        </p:txBody>
      </p:sp>
      <p:sp>
        <p:nvSpPr>
          <p:cNvPr id="5" name="">
            <a:extLst xmlns:a="http://schemas.openxmlformats.org/drawingml/2006/main">
              <a:ext uri="{FF2B5EF4-FFF2-40B4-BE49-F238E27FC236}">
                <a16:creationId xmlns:a16="http://schemas.microsoft.com/office/drawing/2014/main" id="{C9AE1432-D999-4BB7-8EF5-52EC9A8CFF8D}"/>
              </a:ext>
            </a:extLst>
          </p:cNvPr>
          <p:cNvSpPr>
            <a:spLocks xmlns:a="http://schemas.openxmlformats.org/drawingml/2006/main" noGrp="1"/>
          </p:cNvSpPr>
          <p:nvPr/>
        </p:nvSpPr>
        <p:spPr>
          <a:xfrm xmlns:a="http://schemas.openxmlformats.org/drawingml/2006/main">
            <a:off x="685800" y="6448425"/>
            <a:ext cx="108204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1632AAE-B6D2-4481-822B-C85891697560}"/>
              </a:ext>
            </a:extLst>
          </p:cNvPr>
          <p:cNvSpPr>
            <a:spLocks xmlns:a="http://schemas.openxmlformats.org/drawingml/2006/main" noGrp="1"/>
          </p:cNvSpPr>
          <p:nvPr/>
        </p:nvSpPr>
        <p:spPr>
          <a:xfrm xmlns:a="http://schemas.openxmlformats.org/drawingml/2006/main">
            <a:off x="685800" y="65246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00" b="1" i="0">
                <a:solidFill>
                  <a:srgbClr val="7F9389"/>
                </a:solidFill>
              </a:defRPr>
            </a:pPr>
            <a:r>
              <a:rPr sz="900" b="1" i="0">
                <a:solidFill>
                  <a:srgbClr val="7F9389"/>
                </a:solidFill>
              </a:rPr>
              <a:t>VOICE AGENTS × GOOGLE ADK</a:t>
            </a:r>
          </a:p>
        </p:txBody>
      </p:sp>
      <p:sp>
        <p:nvSpPr>
          <p:cNvPr id="7" name="">
            <a:extLst xmlns:a="http://schemas.openxmlformats.org/drawingml/2006/main">
              <a:ext uri="{FF2B5EF4-FFF2-40B4-BE49-F238E27FC236}">
                <a16:creationId xmlns:a16="http://schemas.microsoft.com/office/drawing/2014/main" id="{17A2C90F-9492-4836-8EB3-1B35A31214BC}"/>
              </a:ext>
            </a:extLst>
          </p:cNvPr>
          <p:cNvSpPr>
            <a:spLocks xmlns:a="http://schemas.openxmlformats.org/drawingml/2006/main" noGrp="1"/>
          </p:cNvSpPr>
          <p:nvPr/>
        </p:nvSpPr>
        <p:spPr>
          <a:xfrm xmlns:a="http://schemas.openxmlformats.org/drawingml/2006/main">
            <a:off x="10972800" y="6505575"/>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00" b="1" i="0">
                <a:solidFill>
                  <a:srgbClr val="7F9389"/>
                </a:solidFill>
              </a:defRPr>
            </a:pPr>
            <a:r>
              <a:rPr sz="900" b="1" i="0">
                <a:solidFill>
                  <a:srgbClr val="7F9389"/>
                </a:solidFill>
              </a:rPr>
              <a:t>17</a:t>
            </a:r>
          </a:p>
        </p:txBody>
      </p:sp>
      <p:sp>
        <p:nvSpPr>
          <p:cNvPr id="8" name="">
            <a:extLst xmlns:a="http://schemas.openxmlformats.org/drawingml/2006/main">
              <a:ext uri="{FF2B5EF4-FFF2-40B4-BE49-F238E27FC236}">
                <a16:creationId xmlns:a16="http://schemas.microsoft.com/office/drawing/2014/main" id="{D703A52B-5FC1-4B96-88D3-D0714467FE9B}"/>
              </a:ext>
            </a:extLst>
          </p:cNvPr>
          <p:cNvSpPr>
            <a:spLocks xmlns:a="http://schemas.openxmlformats.org/drawingml/2006/main" noGrp="1"/>
          </p:cNvSpPr>
          <p:nvPr/>
        </p:nvSpPr>
        <p:spPr>
          <a:xfrm xmlns:a="http://schemas.openxmlformats.org/drawingml/2006/main">
            <a:off x="800100" y="23241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i="0">
                <a:solidFill>
                  <a:srgbClr val="48B985"/>
                </a:solidFill>
              </a:defRPr>
            </a:pPr>
            <a:r>
              <a:rPr sz="1200" b="1" i="0">
                <a:solidFill>
                  <a:srgbClr val="48B985"/>
                </a:solidFill>
              </a:rPr>
              <a:t>RUN</a:t>
            </a:r>
          </a:p>
        </p:txBody>
      </p:sp>
      <p:sp>
        <p:nvSpPr>
          <p:cNvPr id="9" name="">
            <a:extLst xmlns:a="http://schemas.openxmlformats.org/drawingml/2006/main">
              <a:ext uri="{FF2B5EF4-FFF2-40B4-BE49-F238E27FC236}">
                <a16:creationId xmlns:a16="http://schemas.microsoft.com/office/drawing/2014/main" id="{68140C1B-A826-480C-80F0-F8BAE8DB46DD}"/>
              </a:ext>
            </a:extLst>
          </p:cNvPr>
          <p:cNvSpPr>
            <a:spLocks xmlns:a="http://schemas.openxmlformats.org/drawingml/2006/main" noGrp="1"/>
          </p:cNvSpPr>
          <p:nvPr/>
        </p:nvSpPr>
        <p:spPr>
          <a:xfrm xmlns:a="http://schemas.openxmlformats.org/drawingml/2006/main">
            <a:off x="800100" y="2705100"/>
            <a:ext cx="666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250" b="1" i="0">
                <a:solidFill>
                  <a:srgbClr val="163C2C"/>
                </a:solidFill>
              </a:defRPr>
            </a:pPr>
            <a:r>
              <a:rPr sz="2250" b="1" i="0">
                <a:solidFill>
                  <a:srgbClr val="163C2C"/>
                </a:solidFill>
              </a:rPr>
              <a:t>cd checkpoints/06_production
uv run adk web</a:t>
            </a:r>
          </a:p>
        </p:txBody>
      </p:sp>
      <p:sp>
        <p:nvSpPr>
          <p:cNvPr id="10" name="">
            <a:extLst xmlns:a="http://schemas.openxmlformats.org/drawingml/2006/main">
              <a:ext uri="{FF2B5EF4-FFF2-40B4-BE49-F238E27FC236}">
                <a16:creationId xmlns:a16="http://schemas.microsoft.com/office/drawing/2014/main" id="{02D2B411-1A09-4012-9CC5-FACB1B516375}"/>
              </a:ext>
            </a:extLst>
          </p:cNvPr>
          <p:cNvSpPr>
            <a:spLocks xmlns:a="http://schemas.openxmlformats.org/drawingml/2006/main" noGrp="1"/>
          </p:cNvSpPr>
          <p:nvPr/>
        </p:nvSpPr>
        <p:spPr>
          <a:xfrm xmlns:a="http://schemas.openxmlformats.org/drawingml/2006/main">
            <a:off x="800100" y="37338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i="0">
                <a:solidFill>
                  <a:srgbClr val="159A64"/>
                </a:solidFill>
              </a:defRPr>
            </a:pPr>
            <a:r>
              <a:rPr sz="1200" b="1" i="0">
                <a:solidFill>
                  <a:srgbClr val="159A64"/>
                </a:solidFill>
              </a:rPr>
              <a:t>SAY</a:t>
            </a:r>
          </a:p>
        </p:txBody>
      </p:sp>
      <p:sp>
        <p:nvSpPr>
          <p:cNvPr id="11" name="">
            <a:extLst xmlns:a="http://schemas.openxmlformats.org/drawingml/2006/main">
              <a:ext uri="{FF2B5EF4-FFF2-40B4-BE49-F238E27FC236}">
                <a16:creationId xmlns:a16="http://schemas.microsoft.com/office/drawing/2014/main" id="{F64B7297-ACB5-4B28-ABC0-1A58E426FE87}"/>
              </a:ext>
            </a:extLst>
          </p:cNvPr>
          <p:cNvSpPr>
            <a:spLocks xmlns:a="http://schemas.openxmlformats.org/drawingml/2006/main" noGrp="1"/>
          </p:cNvSpPr>
          <p:nvPr/>
        </p:nvSpPr>
        <p:spPr>
          <a:xfrm xmlns:a="http://schemas.openxmlformats.org/drawingml/2006/main">
            <a:off x="800100" y="4114800"/>
            <a:ext cx="6191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0" i="1">
                <a:solidFill>
                  <a:srgbClr val="159A64"/>
                </a:solidFill>
              </a:defRPr>
            </a:pPr>
            <a:r>
              <a:rPr sz="2025" b="0" i="1">
                <a:solidFill>
                  <a:srgbClr val="159A64"/>
                </a:solidFill>
              </a:rPr>
              <a:t>“Find a room after four for six people,
then create a 30-minute booking request.”</a:t>
            </a:r>
          </a:p>
        </p:txBody>
      </p:sp>
      <p:sp>
        <p:nvSpPr>
          <p:cNvPr id="12" name="">
            <a:extLst xmlns:a="http://schemas.openxmlformats.org/drawingml/2006/main">
              <a:ext uri="{FF2B5EF4-FFF2-40B4-BE49-F238E27FC236}">
                <a16:creationId xmlns:a16="http://schemas.microsoft.com/office/drawing/2014/main" id="{56A3F148-36A0-4C26-A97B-74DADB45B2DA}"/>
              </a:ext>
            </a:extLst>
          </p:cNvPr>
          <p:cNvSpPr>
            <a:spLocks xmlns:a="http://schemas.openxmlformats.org/drawingml/2006/main" noGrp="1"/>
          </p:cNvSpPr>
          <p:nvPr/>
        </p:nvSpPr>
        <p:spPr>
          <a:xfrm xmlns:a="http://schemas.openxmlformats.org/drawingml/2006/main">
            <a:off x="7810500" y="2266950"/>
            <a:ext cx="3314700" cy="2724150"/>
          </a:xfrm>
          <a:prstGeom xmlns:a="http://schemas.openxmlformats.org/drawingml/2006/main" prst="roundRect">
            <a:avLst>
              <a:gd name="adj" fmla="val 5594"/>
            </a:avLst>
          </a:prstGeom>
          <a:solidFill xmlns:a="http://schemas.openxmlformats.org/drawingml/2006/main">
            <a:srgbClr val="FFFFFF"/>
          </a:solidFill>
          <a:ln xmlns:a="http://schemas.openxmlformats.org/drawingml/2006/main" w="9525">
            <a:solidFill>
              <a:srgbClr val="C9DED2"/>
            </a:solidFill>
            <a:prstDash val="solid"/>
          </a:ln>
        </p:spPr>
      </p:sp>
      <p:sp>
        <p:nvSpPr>
          <p:cNvPr id="13" name="">
            <a:extLst xmlns:a="http://schemas.openxmlformats.org/drawingml/2006/main">
              <a:ext uri="{FF2B5EF4-FFF2-40B4-BE49-F238E27FC236}">
                <a16:creationId xmlns:a16="http://schemas.microsoft.com/office/drawing/2014/main" id="{1D9CC029-D9E1-478A-B796-B429DE05BA63}"/>
              </a:ext>
            </a:extLst>
          </p:cNvPr>
          <p:cNvSpPr>
            <a:spLocks xmlns:a="http://schemas.openxmlformats.org/drawingml/2006/main" noGrp="1"/>
          </p:cNvSpPr>
          <p:nvPr/>
        </p:nvSpPr>
        <p:spPr>
          <a:xfrm xmlns:a="http://schemas.openxmlformats.org/drawingml/2006/main">
            <a:off x="8115300" y="2590800"/>
            <a:ext cx="2705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i="0">
                <a:solidFill>
                  <a:srgbClr val="7FA847"/>
                </a:solidFill>
              </a:defRPr>
            </a:pPr>
            <a:r>
              <a:rPr sz="1200" b="1" i="0">
                <a:solidFill>
                  <a:srgbClr val="7FA847"/>
                </a:solidFill>
              </a:rPr>
              <a:t>EXPECT</a:t>
            </a:r>
          </a:p>
        </p:txBody>
      </p:sp>
      <p:sp>
        <p:nvSpPr>
          <p:cNvPr id="14" name="">
            <a:extLst xmlns:a="http://schemas.openxmlformats.org/drawingml/2006/main">
              <a:ext uri="{FF2B5EF4-FFF2-40B4-BE49-F238E27FC236}">
                <a16:creationId xmlns:a16="http://schemas.microsoft.com/office/drawing/2014/main" id="{AB1BEC29-F760-41D1-910E-67F863A2180F}"/>
              </a:ext>
            </a:extLst>
          </p:cNvPr>
          <p:cNvSpPr>
            <a:spLocks xmlns:a="http://schemas.openxmlformats.org/drawingml/2006/main" noGrp="1"/>
          </p:cNvSpPr>
          <p:nvPr/>
        </p:nvSpPr>
        <p:spPr>
          <a:xfrm xmlns:a="http://schemas.openxmlformats.org/drawingml/2006/main">
            <a:off x="8096250" y="3181350"/>
            <a:ext cx="438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i="0">
                <a:solidFill>
                  <a:srgbClr val="48B985"/>
                </a:solidFill>
              </a:defRPr>
            </a:pPr>
            <a:r>
              <a:rPr sz="2100" b="1" i="0">
                <a:solidFill>
                  <a:srgbClr val="48B985"/>
                </a:solidFill>
              </a:rPr>
              <a:t>1</a:t>
            </a:r>
          </a:p>
        </p:txBody>
      </p:sp>
      <p:sp>
        <p:nvSpPr>
          <p:cNvPr id="15" name="">
            <a:extLst xmlns:a="http://schemas.openxmlformats.org/drawingml/2006/main">
              <a:ext uri="{FF2B5EF4-FFF2-40B4-BE49-F238E27FC236}">
                <a16:creationId xmlns:a16="http://schemas.microsoft.com/office/drawing/2014/main" id="{F2263230-F489-49CE-947A-722140FCA234}"/>
              </a:ext>
            </a:extLst>
          </p:cNvPr>
          <p:cNvSpPr>
            <a:spLocks xmlns:a="http://schemas.openxmlformats.org/drawingml/2006/main" noGrp="1"/>
          </p:cNvSpPr>
          <p:nvPr/>
        </p:nvSpPr>
        <p:spPr>
          <a:xfrm xmlns:a="http://schemas.openxmlformats.org/drawingml/2006/main">
            <a:off x="8667750" y="3219450"/>
            <a:ext cx="209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163C2C"/>
                </a:solidFill>
              </a:defRPr>
            </a:pPr>
            <a:r>
              <a:rPr sz="1500" b="0" i="0">
                <a:solidFill>
                  <a:srgbClr val="163C2C"/>
                </a:solidFill>
              </a:rPr>
              <a:t>Search runs without approval</a:t>
            </a:r>
          </a:p>
        </p:txBody>
      </p:sp>
      <p:sp>
        <p:nvSpPr>
          <p:cNvPr id="16" name="">
            <a:extLst xmlns:a="http://schemas.openxmlformats.org/drawingml/2006/main">
              <a:ext uri="{FF2B5EF4-FFF2-40B4-BE49-F238E27FC236}">
                <a16:creationId xmlns:a16="http://schemas.microsoft.com/office/drawing/2014/main" id="{8496C6DE-2F27-4D32-930F-22CB4DB2F804}"/>
              </a:ext>
            </a:extLst>
          </p:cNvPr>
          <p:cNvSpPr>
            <a:spLocks xmlns:a="http://schemas.openxmlformats.org/drawingml/2006/main" noGrp="1"/>
          </p:cNvSpPr>
          <p:nvPr/>
        </p:nvSpPr>
        <p:spPr>
          <a:xfrm xmlns:a="http://schemas.openxmlformats.org/drawingml/2006/main">
            <a:off x="8096250" y="3848100"/>
            <a:ext cx="438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i="0">
                <a:solidFill>
                  <a:srgbClr val="48B985"/>
                </a:solidFill>
              </a:defRPr>
            </a:pPr>
            <a:r>
              <a:rPr sz="2100" b="1" i="0">
                <a:solidFill>
                  <a:srgbClr val="48B985"/>
                </a:solidFill>
              </a:rPr>
              <a:t>2</a:t>
            </a:r>
          </a:p>
        </p:txBody>
      </p:sp>
      <p:sp>
        <p:nvSpPr>
          <p:cNvPr id="17" name="">
            <a:extLst xmlns:a="http://schemas.openxmlformats.org/drawingml/2006/main">
              <a:ext uri="{FF2B5EF4-FFF2-40B4-BE49-F238E27FC236}">
                <a16:creationId xmlns:a16="http://schemas.microsoft.com/office/drawing/2014/main" id="{5DD7BEB5-567F-4F0D-A8FC-0E33265140D9}"/>
              </a:ext>
            </a:extLst>
          </p:cNvPr>
          <p:cNvSpPr>
            <a:spLocks xmlns:a="http://schemas.openxmlformats.org/drawingml/2006/main" noGrp="1"/>
          </p:cNvSpPr>
          <p:nvPr/>
        </p:nvSpPr>
        <p:spPr>
          <a:xfrm xmlns:a="http://schemas.openxmlformats.org/drawingml/2006/main">
            <a:off x="8667750" y="388620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163C2C"/>
                </a:solidFill>
              </a:defRPr>
            </a:pPr>
            <a:r>
              <a:rPr sz="1500" b="0" i="0">
                <a:solidFill>
                  <a:srgbClr val="163C2C"/>
                </a:solidFill>
              </a:rPr>
              <a:t>Write opens confirmation</a:t>
            </a:r>
          </a:p>
        </p:txBody>
      </p:sp>
      <p:sp>
        <p:nvSpPr>
          <p:cNvPr id="18" name="">
            <a:extLst xmlns:a="http://schemas.openxmlformats.org/drawingml/2006/main">
              <a:ext uri="{FF2B5EF4-FFF2-40B4-BE49-F238E27FC236}">
                <a16:creationId xmlns:a16="http://schemas.microsoft.com/office/drawing/2014/main" id="{AADD7583-AFD1-45E9-AA88-A136CEB75337}"/>
              </a:ext>
            </a:extLst>
          </p:cNvPr>
          <p:cNvSpPr>
            <a:spLocks xmlns:a="http://schemas.openxmlformats.org/drawingml/2006/main" noGrp="1"/>
          </p:cNvSpPr>
          <p:nvPr/>
        </p:nvSpPr>
        <p:spPr>
          <a:xfrm xmlns:a="http://schemas.openxmlformats.org/drawingml/2006/main">
            <a:off x="800100" y="53149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i="0">
                <a:solidFill>
                  <a:srgbClr val="61786E"/>
                </a:solidFill>
              </a:defRPr>
            </a:pPr>
            <a:r>
              <a:rPr sz="1500" b="1" i="0">
                <a:solidFill>
                  <a:srgbClr val="61786E"/>
                </a:solidFill>
              </a:rPr>
              <a:t>Reject once. Then approve.</a:t>
            </a:r>
          </a:p>
        </p:txBody>
      </p:sp>
    </p:spTree>
    <p:extLst>
      <p:ext uri="{BB962C8B-B14F-4D97-AF65-F5344CB8AC3E}">
        <p14:creationId xmlns:p14="http://schemas.microsoft.com/office/powerpoint/2010/main" val="252935888"/>
      </p:ext>
    </p:extLst>
  </p:cSld>
</p:sld>
</file>

<file path=ppt/slides/slide18.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66DD41AC-F0A5-4BC3-BEE1-00E71921AF32}"/>
              </a:ext>
            </a:extLst>
          </p:cNvPr>
          <p:cNvSpPr>
            <a:spLocks xmlns:a="http://schemas.openxmlformats.org/drawingml/2006/main" noGrp="1"/>
          </p:cNvSpPr>
          <p:nvPr/>
        </p:nvSpPr>
        <p:spPr>
          <a:xfrm xmlns:a="http://schemas.openxmlformats.org/drawingml/2006/main">
            <a:off x="685800" y="514350"/>
            <a:ext cx="76200" cy="285750"/>
          </a:xfrm>
          <a:prstGeom xmlns:a="http://schemas.openxmlformats.org/drawingml/2006/main" prst="roundRect">
            <a:avLst>
              <a:gd name="adj" fmla="val 50000"/>
            </a:avLst>
          </a:prstGeom>
          <a:solidFill xmlns:a="http://schemas.openxmlformats.org/drawingml/2006/main">
            <a:srgbClr val="48B98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B590C59-0AEE-4824-8DBE-F2ACE15666EB}"/>
              </a:ext>
            </a:extLst>
          </p:cNvPr>
          <p:cNvSpPr>
            <a:spLocks xmlns:a="http://schemas.openxmlformats.org/drawingml/2006/main" noGrp="1"/>
          </p:cNvSpPr>
          <p:nvPr/>
        </p:nvSpPr>
        <p:spPr>
          <a:xfrm xmlns:a="http://schemas.openxmlformats.org/drawingml/2006/main">
            <a:off x="895350" y="5048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i="0">
                <a:solidFill>
                  <a:srgbClr val="48B985"/>
                </a:solidFill>
              </a:defRPr>
            </a:pPr>
            <a:r>
              <a:rPr sz="1125" b="1" i="0">
                <a:solidFill>
                  <a:srgbClr val="48B985"/>
                </a:solidFill>
              </a:rPr>
              <a:t>Build one production habit</a:t>
            </a:r>
          </a:p>
        </p:txBody>
      </p:sp>
      <p:sp>
        <p:nvSpPr>
          <p:cNvPr id="3" name="">
            <a:extLst xmlns:a="http://schemas.openxmlformats.org/drawingml/2006/main">
              <a:ext uri="{FF2B5EF4-FFF2-40B4-BE49-F238E27FC236}">
                <a16:creationId xmlns:a16="http://schemas.microsoft.com/office/drawing/2014/main" id="{AE0A07A0-CDDB-449F-8221-B925C3C1F958}"/>
              </a:ext>
            </a:extLst>
          </p:cNvPr>
          <p:cNvSpPr>
            <a:spLocks xmlns:a="http://schemas.openxmlformats.org/drawingml/2006/main" noGrp="1"/>
          </p:cNvSpPr>
          <p:nvPr/>
        </p:nvSpPr>
        <p:spPr>
          <a:xfrm xmlns:a="http://schemas.openxmlformats.org/drawingml/2006/main">
            <a:off x="685800" y="933450"/>
            <a:ext cx="1082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i="0">
                <a:solidFill>
                  <a:srgbClr val="163C2C"/>
                </a:solidFill>
              </a:defRPr>
            </a:pPr>
            <a:r>
              <a:rPr sz="3150" b="1" i="0">
                <a:solidFill>
                  <a:srgbClr val="163C2C"/>
                </a:solidFill>
              </a:rPr>
              <a:t>Mini challenge: make the agent ask before acting</a:t>
            </a:r>
          </a:p>
        </p:txBody>
      </p:sp>
      <p:sp>
        <p:nvSpPr>
          <p:cNvPr id="4" name="">
            <a:extLst xmlns:a="http://schemas.openxmlformats.org/drawingml/2006/main">
              <a:ext uri="{FF2B5EF4-FFF2-40B4-BE49-F238E27FC236}">
                <a16:creationId xmlns:a16="http://schemas.microsoft.com/office/drawing/2014/main" id="{3849C590-F089-41A3-B353-F84AEB57B111}"/>
              </a:ext>
            </a:extLst>
          </p:cNvPr>
          <p:cNvSpPr>
            <a:spLocks xmlns:a="http://schemas.openxmlformats.org/drawingml/2006/main" noGrp="1"/>
          </p:cNvSpPr>
          <p:nvPr/>
        </p:nvSpPr>
        <p:spPr>
          <a:xfrm xmlns:a="http://schemas.openxmlformats.org/drawingml/2006/main">
            <a:off x="685800" y="156210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Change one instruction, then test an ambiguous request.</a:t>
            </a:r>
          </a:p>
        </p:txBody>
      </p:sp>
      <p:sp>
        <p:nvSpPr>
          <p:cNvPr id="5" name="">
            <a:extLst xmlns:a="http://schemas.openxmlformats.org/drawingml/2006/main">
              <a:ext uri="{FF2B5EF4-FFF2-40B4-BE49-F238E27FC236}">
                <a16:creationId xmlns:a16="http://schemas.microsoft.com/office/drawing/2014/main" id="{6C73595A-7837-4124-AB18-97CDF05F4A85}"/>
              </a:ext>
            </a:extLst>
          </p:cNvPr>
          <p:cNvSpPr>
            <a:spLocks xmlns:a="http://schemas.openxmlformats.org/drawingml/2006/main" noGrp="1"/>
          </p:cNvSpPr>
          <p:nvPr/>
        </p:nvSpPr>
        <p:spPr>
          <a:xfrm xmlns:a="http://schemas.openxmlformats.org/drawingml/2006/main">
            <a:off x="685800" y="6448425"/>
            <a:ext cx="108204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732E4B9-52A2-4490-B437-3131F2381AA4}"/>
              </a:ext>
            </a:extLst>
          </p:cNvPr>
          <p:cNvSpPr>
            <a:spLocks xmlns:a="http://schemas.openxmlformats.org/drawingml/2006/main" noGrp="1"/>
          </p:cNvSpPr>
          <p:nvPr/>
        </p:nvSpPr>
        <p:spPr>
          <a:xfrm xmlns:a="http://schemas.openxmlformats.org/drawingml/2006/main">
            <a:off x="685800" y="65246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00" b="1" i="0">
                <a:solidFill>
                  <a:srgbClr val="7F9389"/>
                </a:solidFill>
              </a:defRPr>
            </a:pPr>
            <a:r>
              <a:rPr sz="900" b="1" i="0">
                <a:solidFill>
                  <a:srgbClr val="7F9389"/>
                </a:solidFill>
              </a:rPr>
              <a:t>VOICE AGENTS × GOOGLE ADK</a:t>
            </a:r>
          </a:p>
        </p:txBody>
      </p:sp>
      <p:sp>
        <p:nvSpPr>
          <p:cNvPr id="7" name="">
            <a:extLst xmlns:a="http://schemas.openxmlformats.org/drawingml/2006/main">
              <a:ext uri="{FF2B5EF4-FFF2-40B4-BE49-F238E27FC236}">
                <a16:creationId xmlns:a16="http://schemas.microsoft.com/office/drawing/2014/main" id="{4C1F1102-653A-41FC-A936-23A975DAD491}"/>
              </a:ext>
            </a:extLst>
          </p:cNvPr>
          <p:cNvSpPr>
            <a:spLocks xmlns:a="http://schemas.openxmlformats.org/drawingml/2006/main" noGrp="1"/>
          </p:cNvSpPr>
          <p:nvPr/>
        </p:nvSpPr>
        <p:spPr>
          <a:xfrm xmlns:a="http://schemas.openxmlformats.org/drawingml/2006/main">
            <a:off x="10972800" y="6505575"/>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00" b="1" i="0">
                <a:solidFill>
                  <a:srgbClr val="7F9389"/>
                </a:solidFill>
              </a:defRPr>
            </a:pPr>
            <a:r>
              <a:rPr sz="900" b="1" i="0">
                <a:solidFill>
                  <a:srgbClr val="7F9389"/>
                </a:solidFill>
              </a:rPr>
              <a:t>18</a:t>
            </a:r>
          </a:p>
        </p:txBody>
      </p:sp>
      <p:sp>
        <p:nvSpPr>
          <p:cNvPr id="8" name="">
            <a:extLst xmlns:a="http://schemas.openxmlformats.org/drawingml/2006/main">
              <a:ext uri="{FF2B5EF4-FFF2-40B4-BE49-F238E27FC236}">
                <a16:creationId xmlns:a16="http://schemas.microsoft.com/office/drawing/2014/main" id="{498DD573-63A1-450A-9EF9-EA44E79D2485}"/>
              </a:ext>
            </a:extLst>
          </p:cNvPr>
          <p:cNvSpPr>
            <a:spLocks xmlns:a="http://schemas.openxmlformats.org/drawingml/2006/main" noGrp="1"/>
          </p:cNvSpPr>
          <p:nvPr/>
        </p:nvSpPr>
        <p:spPr>
          <a:xfrm xmlns:a="http://schemas.openxmlformats.org/drawingml/2006/main">
            <a:off x="781050" y="2266950"/>
            <a:ext cx="552450" cy="552450"/>
          </a:xfrm>
          <a:prstGeom xmlns:a="http://schemas.openxmlformats.org/drawingml/2006/main" prst="ellipse">
            <a:avLst/>
          </a:prstGeom>
          <a:solidFill xmlns:a="http://schemas.openxmlformats.org/drawingml/2006/main">
            <a:srgbClr val="48B985"/>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41CBAF7-AD84-40BE-AD69-836B1BA33B62}"/>
              </a:ext>
            </a:extLst>
          </p:cNvPr>
          <p:cNvSpPr>
            <a:spLocks xmlns:a="http://schemas.openxmlformats.org/drawingml/2006/main" noGrp="1"/>
          </p:cNvSpPr>
          <p:nvPr/>
        </p:nvSpPr>
        <p:spPr>
          <a:xfrm xmlns:a="http://schemas.openxmlformats.org/drawingml/2006/main">
            <a:off x="781050" y="2409825"/>
            <a:ext cx="552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00" b="1" i="0">
                <a:solidFill>
                  <a:srgbClr val="F7FBF8"/>
                </a:solidFill>
              </a:defRPr>
            </a:pPr>
            <a:r>
              <a:rPr sz="1500" b="1" i="0">
                <a:solidFill>
                  <a:srgbClr val="F7FBF8"/>
                </a:solidFill>
              </a:rPr>
              <a:t>1</a:t>
            </a:r>
          </a:p>
        </p:txBody>
      </p:sp>
      <p:sp>
        <p:nvSpPr>
          <p:cNvPr id="10" name="">
            <a:extLst xmlns:a="http://schemas.openxmlformats.org/drawingml/2006/main">
              <a:ext uri="{FF2B5EF4-FFF2-40B4-BE49-F238E27FC236}">
                <a16:creationId xmlns:a16="http://schemas.microsoft.com/office/drawing/2014/main" id="{36C1D709-ED43-407D-84D4-E9DCF3435BED}"/>
              </a:ext>
            </a:extLst>
          </p:cNvPr>
          <p:cNvSpPr>
            <a:spLocks xmlns:a="http://schemas.openxmlformats.org/drawingml/2006/main" noGrp="1"/>
          </p:cNvSpPr>
          <p:nvPr/>
        </p:nvSpPr>
        <p:spPr>
          <a:xfrm xmlns:a="http://schemas.openxmlformats.org/drawingml/2006/main">
            <a:off x="1524000" y="23050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i="0">
                <a:solidFill>
                  <a:srgbClr val="163C2C"/>
                </a:solidFill>
              </a:defRPr>
            </a:pPr>
            <a:r>
              <a:rPr sz="1575" b="1" i="0">
                <a:solidFill>
                  <a:srgbClr val="163C2C"/>
                </a:solidFill>
              </a:rPr>
              <a:t>CLARIFY</a:t>
            </a:r>
          </a:p>
        </p:txBody>
      </p:sp>
      <p:sp>
        <p:nvSpPr>
          <p:cNvPr id="11" name="">
            <a:extLst xmlns:a="http://schemas.openxmlformats.org/drawingml/2006/main">
              <a:ext uri="{FF2B5EF4-FFF2-40B4-BE49-F238E27FC236}">
                <a16:creationId xmlns:a16="http://schemas.microsoft.com/office/drawing/2014/main" id="{84552DCB-EFB4-46F7-B83E-1983F2FE82B0}"/>
              </a:ext>
            </a:extLst>
          </p:cNvPr>
          <p:cNvSpPr>
            <a:spLocks xmlns:a="http://schemas.openxmlformats.org/drawingml/2006/main" noGrp="1"/>
          </p:cNvSpPr>
          <p:nvPr/>
        </p:nvSpPr>
        <p:spPr>
          <a:xfrm xmlns:a="http://schemas.openxmlformats.org/drawingml/2006/main">
            <a:off x="1524000" y="2686050"/>
            <a:ext cx="2324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0" i="0">
                <a:solidFill>
                  <a:srgbClr val="61786E"/>
                </a:solidFill>
              </a:defRPr>
            </a:pPr>
            <a:r>
              <a:rPr sz="1425" b="0" i="0">
                <a:solidFill>
                  <a:srgbClr val="61786E"/>
                </a:solidFill>
              </a:rPr>
              <a:t>Ask for the missing time</a:t>
            </a:r>
          </a:p>
        </p:txBody>
      </p:sp>
      <p:sp>
        <p:nvSpPr>
          <p:cNvPr id="12" name="">
            <a:extLst xmlns:a="http://schemas.openxmlformats.org/drawingml/2006/main">
              <a:ext uri="{FF2B5EF4-FFF2-40B4-BE49-F238E27FC236}">
                <a16:creationId xmlns:a16="http://schemas.microsoft.com/office/drawing/2014/main" id="{00E8A215-A100-4B14-9B3F-40069F4F5162}"/>
              </a:ext>
            </a:extLst>
          </p:cNvPr>
          <p:cNvSpPr>
            <a:spLocks xmlns:a="http://schemas.openxmlformats.org/drawingml/2006/main" noGrp="1"/>
          </p:cNvSpPr>
          <p:nvPr/>
        </p:nvSpPr>
        <p:spPr>
          <a:xfrm xmlns:a="http://schemas.openxmlformats.org/drawingml/2006/main">
            <a:off x="1524000" y="3333750"/>
            <a:ext cx="2362200" cy="28575"/>
          </a:xfrm>
          <a:prstGeom xmlns:a="http://schemas.openxmlformats.org/drawingml/2006/main" prst="rect">
            <a:avLst/>
          </a:prstGeom>
          <a:solidFill xmlns:a="http://schemas.openxmlformats.org/drawingml/2006/main">
            <a:srgbClr val="48B985"/>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09B357F-5748-43F6-A396-1CA51025466D}"/>
              </a:ext>
            </a:extLst>
          </p:cNvPr>
          <p:cNvSpPr>
            <a:spLocks xmlns:a="http://schemas.openxmlformats.org/drawingml/2006/main" noGrp="1"/>
          </p:cNvSpPr>
          <p:nvPr/>
        </p:nvSpPr>
        <p:spPr>
          <a:xfrm xmlns:a="http://schemas.openxmlformats.org/drawingml/2006/main">
            <a:off x="4381500" y="2266950"/>
            <a:ext cx="552450" cy="552450"/>
          </a:xfrm>
          <a:prstGeom xmlns:a="http://schemas.openxmlformats.org/drawingml/2006/main" prst="ellipse">
            <a:avLst/>
          </a:prstGeom>
          <a:solidFill xmlns:a="http://schemas.openxmlformats.org/drawingml/2006/main">
            <a:srgbClr val="7FA847"/>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D295DEA-634C-464F-BC3C-8D3B486E1E93}"/>
              </a:ext>
            </a:extLst>
          </p:cNvPr>
          <p:cNvSpPr>
            <a:spLocks xmlns:a="http://schemas.openxmlformats.org/drawingml/2006/main" noGrp="1"/>
          </p:cNvSpPr>
          <p:nvPr/>
        </p:nvSpPr>
        <p:spPr>
          <a:xfrm xmlns:a="http://schemas.openxmlformats.org/drawingml/2006/main">
            <a:off x="4381500" y="2409825"/>
            <a:ext cx="552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00" b="1" i="0">
                <a:solidFill>
                  <a:srgbClr val="F7FBF8"/>
                </a:solidFill>
              </a:defRPr>
            </a:pPr>
            <a:r>
              <a:rPr sz="1500" b="1" i="0">
                <a:solidFill>
                  <a:srgbClr val="F7FBF8"/>
                </a:solidFill>
              </a:rPr>
              <a:t>2</a:t>
            </a:r>
          </a:p>
        </p:txBody>
      </p:sp>
      <p:sp>
        <p:nvSpPr>
          <p:cNvPr id="15" name="">
            <a:extLst xmlns:a="http://schemas.openxmlformats.org/drawingml/2006/main">
              <a:ext uri="{FF2B5EF4-FFF2-40B4-BE49-F238E27FC236}">
                <a16:creationId xmlns:a16="http://schemas.microsoft.com/office/drawing/2014/main" id="{EA82E086-74D3-48B8-94EB-FD699295CA0C}"/>
              </a:ext>
            </a:extLst>
          </p:cNvPr>
          <p:cNvSpPr>
            <a:spLocks xmlns:a="http://schemas.openxmlformats.org/drawingml/2006/main" noGrp="1"/>
          </p:cNvSpPr>
          <p:nvPr/>
        </p:nvSpPr>
        <p:spPr>
          <a:xfrm xmlns:a="http://schemas.openxmlformats.org/drawingml/2006/main">
            <a:off x="5124450" y="23050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i="0">
                <a:solidFill>
                  <a:srgbClr val="163C2C"/>
                </a:solidFill>
              </a:defRPr>
            </a:pPr>
            <a:r>
              <a:rPr sz="1575" b="1" i="0">
                <a:solidFill>
                  <a:srgbClr val="163C2C"/>
                </a:solidFill>
              </a:rPr>
              <a:t>CAPACITY</a:t>
            </a:r>
          </a:p>
        </p:txBody>
      </p:sp>
      <p:sp>
        <p:nvSpPr>
          <p:cNvPr id="16" name="">
            <a:extLst xmlns:a="http://schemas.openxmlformats.org/drawingml/2006/main">
              <a:ext uri="{FF2B5EF4-FFF2-40B4-BE49-F238E27FC236}">
                <a16:creationId xmlns:a16="http://schemas.microsoft.com/office/drawing/2014/main" id="{33FAB85C-9C54-4AF6-B7DE-4776A393C3D4}"/>
              </a:ext>
            </a:extLst>
          </p:cNvPr>
          <p:cNvSpPr>
            <a:spLocks xmlns:a="http://schemas.openxmlformats.org/drawingml/2006/main" noGrp="1"/>
          </p:cNvSpPr>
          <p:nvPr/>
        </p:nvSpPr>
        <p:spPr>
          <a:xfrm xmlns:a="http://schemas.openxmlformats.org/drawingml/2006/main">
            <a:off x="5124450" y="2686050"/>
            <a:ext cx="2324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0" i="0">
                <a:solidFill>
                  <a:srgbClr val="61786E"/>
                </a:solidFill>
              </a:defRPr>
            </a:pPr>
            <a:r>
              <a:rPr sz="1425" b="0" i="0">
                <a:solidFill>
                  <a:srgbClr val="61786E"/>
                </a:solidFill>
              </a:rPr>
              <a:t>Ask how many people</a:t>
            </a:r>
          </a:p>
        </p:txBody>
      </p:sp>
      <p:sp>
        <p:nvSpPr>
          <p:cNvPr id="17" name="">
            <a:extLst xmlns:a="http://schemas.openxmlformats.org/drawingml/2006/main">
              <a:ext uri="{FF2B5EF4-FFF2-40B4-BE49-F238E27FC236}">
                <a16:creationId xmlns:a16="http://schemas.microsoft.com/office/drawing/2014/main" id="{CB9159C4-EFBC-4B36-9A6E-E085A3B5AA3E}"/>
              </a:ext>
            </a:extLst>
          </p:cNvPr>
          <p:cNvSpPr>
            <a:spLocks xmlns:a="http://schemas.openxmlformats.org/drawingml/2006/main" noGrp="1"/>
          </p:cNvSpPr>
          <p:nvPr/>
        </p:nvSpPr>
        <p:spPr>
          <a:xfrm xmlns:a="http://schemas.openxmlformats.org/drawingml/2006/main">
            <a:off x="5124450" y="3333750"/>
            <a:ext cx="2362200" cy="28575"/>
          </a:xfrm>
          <a:prstGeom xmlns:a="http://schemas.openxmlformats.org/drawingml/2006/main" prst="rect">
            <a:avLst/>
          </a:prstGeom>
          <a:solidFill xmlns:a="http://schemas.openxmlformats.org/drawingml/2006/main">
            <a:srgbClr val="7FA847"/>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BB78A7B-0D6D-4D15-B944-F3A61E1D0696}"/>
              </a:ext>
            </a:extLst>
          </p:cNvPr>
          <p:cNvSpPr>
            <a:spLocks xmlns:a="http://schemas.openxmlformats.org/drawingml/2006/main" noGrp="1"/>
          </p:cNvSpPr>
          <p:nvPr/>
        </p:nvSpPr>
        <p:spPr>
          <a:xfrm xmlns:a="http://schemas.openxmlformats.org/drawingml/2006/main">
            <a:off x="7981950" y="2266950"/>
            <a:ext cx="552450" cy="552450"/>
          </a:xfrm>
          <a:prstGeom xmlns:a="http://schemas.openxmlformats.org/drawingml/2006/main" prst="ellipse">
            <a:avLst/>
          </a:prstGeom>
          <a:solidFill xmlns:a="http://schemas.openxmlformats.org/drawingml/2006/main">
            <a:srgbClr val="159A6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D344159-9DE2-45FA-9A71-8F0256B9CF5E}"/>
              </a:ext>
            </a:extLst>
          </p:cNvPr>
          <p:cNvSpPr>
            <a:spLocks xmlns:a="http://schemas.openxmlformats.org/drawingml/2006/main" noGrp="1"/>
          </p:cNvSpPr>
          <p:nvPr/>
        </p:nvSpPr>
        <p:spPr>
          <a:xfrm xmlns:a="http://schemas.openxmlformats.org/drawingml/2006/main">
            <a:off x="7981950" y="2409825"/>
            <a:ext cx="552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00" b="1" i="0">
                <a:solidFill>
                  <a:srgbClr val="F7FBF8"/>
                </a:solidFill>
              </a:defRPr>
            </a:pPr>
            <a:r>
              <a:rPr sz="1500" b="1" i="0">
                <a:solidFill>
                  <a:srgbClr val="F7FBF8"/>
                </a:solidFill>
              </a:rPr>
              <a:t>3</a:t>
            </a:r>
          </a:p>
        </p:txBody>
      </p:sp>
      <p:sp>
        <p:nvSpPr>
          <p:cNvPr id="20" name="">
            <a:extLst xmlns:a="http://schemas.openxmlformats.org/drawingml/2006/main">
              <a:ext uri="{FF2B5EF4-FFF2-40B4-BE49-F238E27FC236}">
                <a16:creationId xmlns:a16="http://schemas.microsoft.com/office/drawing/2014/main" id="{B4E03B82-C2B1-465F-81DA-0CB9C0AD7CB6}"/>
              </a:ext>
            </a:extLst>
          </p:cNvPr>
          <p:cNvSpPr>
            <a:spLocks xmlns:a="http://schemas.openxmlformats.org/drawingml/2006/main" noGrp="1"/>
          </p:cNvSpPr>
          <p:nvPr/>
        </p:nvSpPr>
        <p:spPr>
          <a:xfrm xmlns:a="http://schemas.openxmlformats.org/drawingml/2006/main">
            <a:off x="8724900" y="23050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i="0">
                <a:solidFill>
                  <a:srgbClr val="163C2C"/>
                </a:solidFill>
              </a:defRPr>
            </a:pPr>
            <a:r>
              <a:rPr sz="1575" b="1" i="0">
                <a:solidFill>
                  <a:srgbClr val="163C2C"/>
                </a:solidFill>
              </a:rPr>
              <a:t>CALL TOOL</a:t>
            </a:r>
          </a:p>
        </p:txBody>
      </p:sp>
      <p:sp>
        <p:nvSpPr>
          <p:cNvPr id="21" name="">
            <a:extLst xmlns:a="http://schemas.openxmlformats.org/drawingml/2006/main">
              <a:ext uri="{FF2B5EF4-FFF2-40B4-BE49-F238E27FC236}">
                <a16:creationId xmlns:a16="http://schemas.microsoft.com/office/drawing/2014/main" id="{D39EC992-99D6-48C5-9D8F-7A64D0ADFADE}"/>
              </a:ext>
            </a:extLst>
          </p:cNvPr>
          <p:cNvSpPr>
            <a:spLocks xmlns:a="http://schemas.openxmlformats.org/drawingml/2006/main" noGrp="1"/>
          </p:cNvSpPr>
          <p:nvPr/>
        </p:nvSpPr>
        <p:spPr>
          <a:xfrm xmlns:a="http://schemas.openxmlformats.org/drawingml/2006/main">
            <a:off x="8724900" y="2686050"/>
            <a:ext cx="2324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0" i="0">
                <a:solidFill>
                  <a:srgbClr val="61786E"/>
                </a:solidFill>
              </a:defRPr>
            </a:pPr>
            <a:r>
              <a:rPr sz="1425" b="0" i="0">
                <a:solidFill>
                  <a:srgbClr val="61786E"/>
                </a:solidFill>
              </a:rPr>
              <a:t>Only when both are known</a:t>
            </a:r>
          </a:p>
        </p:txBody>
      </p:sp>
      <p:sp>
        <p:nvSpPr>
          <p:cNvPr id="22" name="">
            <a:extLst xmlns:a="http://schemas.openxmlformats.org/drawingml/2006/main">
              <a:ext uri="{FF2B5EF4-FFF2-40B4-BE49-F238E27FC236}">
                <a16:creationId xmlns:a16="http://schemas.microsoft.com/office/drawing/2014/main" id="{C4583855-49CC-4CB7-A2C5-8A85DAE37818}"/>
              </a:ext>
            </a:extLst>
          </p:cNvPr>
          <p:cNvSpPr>
            <a:spLocks xmlns:a="http://schemas.openxmlformats.org/drawingml/2006/main" noGrp="1"/>
          </p:cNvSpPr>
          <p:nvPr/>
        </p:nvSpPr>
        <p:spPr>
          <a:xfrm xmlns:a="http://schemas.openxmlformats.org/drawingml/2006/main">
            <a:off x="8724900" y="3333750"/>
            <a:ext cx="2362200" cy="28575"/>
          </a:xfrm>
          <a:prstGeom xmlns:a="http://schemas.openxmlformats.org/drawingml/2006/main" prst="rect">
            <a:avLst/>
          </a:prstGeom>
          <a:solidFill xmlns:a="http://schemas.openxmlformats.org/drawingml/2006/main">
            <a:srgbClr val="159A64"/>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C8DE644-80D9-4F6A-AC9B-BD1B6020EC28}"/>
              </a:ext>
            </a:extLst>
          </p:cNvPr>
          <p:cNvSpPr>
            <a:spLocks xmlns:a="http://schemas.openxmlformats.org/drawingml/2006/main" noGrp="1"/>
          </p:cNvSpPr>
          <p:nvPr/>
        </p:nvSpPr>
        <p:spPr>
          <a:xfrm xmlns:a="http://schemas.openxmlformats.org/drawingml/2006/main">
            <a:off x="800100" y="409575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i="0">
                <a:solidFill>
                  <a:srgbClr val="D05B65"/>
                </a:solidFill>
              </a:defRPr>
            </a:pPr>
            <a:r>
              <a:rPr sz="1200" b="1" i="0">
                <a:solidFill>
                  <a:srgbClr val="D05B65"/>
                </a:solidFill>
              </a:rPr>
              <a:t>TEST WITH</a:t>
            </a:r>
          </a:p>
        </p:txBody>
      </p:sp>
      <p:sp>
        <p:nvSpPr>
          <p:cNvPr id="24" name="">
            <a:extLst xmlns:a="http://schemas.openxmlformats.org/drawingml/2006/main">
              <a:ext uri="{FF2B5EF4-FFF2-40B4-BE49-F238E27FC236}">
                <a16:creationId xmlns:a16="http://schemas.microsoft.com/office/drawing/2014/main" id="{11FA8D27-9A53-40BB-B7C8-EA6F91A92D74}"/>
              </a:ext>
            </a:extLst>
          </p:cNvPr>
          <p:cNvSpPr>
            <a:spLocks xmlns:a="http://schemas.openxmlformats.org/drawingml/2006/main" noGrp="1"/>
          </p:cNvSpPr>
          <p:nvPr/>
        </p:nvSpPr>
        <p:spPr>
          <a:xfrm xmlns:a="http://schemas.openxmlformats.org/drawingml/2006/main">
            <a:off x="800100" y="4495800"/>
            <a:ext cx="790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i="0">
                <a:solidFill>
                  <a:srgbClr val="163C2C"/>
                </a:solidFill>
              </a:defRPr>
            </a:pPr>
            <a:r>
              <a:rPr sz="2175" b="1" i="0">
                <a:solidFill>
                  <a:srgbClr val="163C2C"/>
                </a:solidFill>
              </a:rPr>
              <a:t>“Find me a meeting room this afternoon.”</a:t>
            </a:r>
          </a:p>
        </p:txBody>
      </p:sp>
    </p:spTree>
    <p:extLst>
      <p:ext uri="{BB962C8B-B14F-4D97-AF65-F5344CB8AC3E}">
        <p14:creationId xmlns:p14="http://schemas.microsoft.com/office/powerpoint/2010/main" val="498246605"/>
      </p:ext>
    </p:extLst>
  </p:cSld>
</p:sld>
</file>

<file path=ppt/slides/slide19.xml><?xml version="1.0" encoding="utf-8"?>
<p:sld xmlns:p="http://schemas.openxmlformats.org/presentationml/2006/main">
  <p:cSld>
    <p:bg>
      <p:bgPr>
        <a:solidFill xmlns:a="http://schemas.openxmlformats.org/drawingml/2006/main">
          <a:srgbClr val="F7FBF8"/>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DAD9A697-D667-48D0-96DC-0573D3C583E6}"/>
              </a:ext>
            </a:extLst>
          </p:cNvPr>
          <p:cNvSpPr>
            <a:spLocks xmlns:a="http://schemas.openxmlformats.org/drawingml/2006/main" noGrp="1"/>
          </p:cNvSpPr>
          <p:nvPr/>
        </p:nvSpPr>
        <p:spPr>
          <a:xfrm xmlns:a="http://schemas.openxmlformats.org/drawingml/2006/main">
            <a:off x="685800" y="514350"/>
            <a:ext cx="76200" cy="2857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13C627C-B3F9-456D-9CB3-F60D343E5BFB}"/>
              </a:ext>
            </a:extLst>
          </p:cNvPr>
          <p:cNvSpPr>
            <a:spLocks xmlns:a="http://schemas.openxmlformats.org/drawingml/2006/main" noGrp="1"/>
          </p:cNvSpPr>
          <p:nvPr/>
        </p:nvSpPr>
        <p:spPr>
          <a:xfrm xmlns:a="http://schemas.openxmlformats.org/drawingml/2006/main">
            <a:off x="895350" y="5048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i="0">
                <a:solidFill>
                  <a:srgbClr val="159A64"/>
                </a:solidFill>
              </a:defRPr>
            </a:pPr>
            <a:r>
              <a:rPr sz="1125" b="1" i="0">
                <a:solidFill>
                  <a:srgbClr val="159A64"/>
                </a:solidFill>
              </a:rPr>
              <a:t>What to take with you</a:t>
            </a:r>
          </a:p>
        </p:txBody>
      </p:sp>
      <p:sp>
        <p:nvSpPr>
          <p:cNvPr id="3" name="">
            <a:extLst xmlns:a="http://schemas.openxmlformats.org/drawingml/2006/main">
              <a:ext uri="{FF2B5EF4-FFF2-40B4-BE49-F238E27FC236}">
                <a16:creationId xmlns:a16="http://schemas.microsoft.com/office/drawing/2014/main" id="{F60B6C3E-DA0C-4DCA-AC7C-11F5DDAF1BD5}"/>
              </a:ext>
            </a:extLst>
          </p:cNvPr>
          <p:cNvSpPr>
            <a:spLocks xmlns:a="http://schemas.openxmlformats.org/drawingml/2006/main" noGrp="1"/>
          </p:cNvSpPr>
          <p:nvPr/>
        </p:nvSpPr>
        <p:spPr>
          <a:xfrm xmlns:a="http://schemas.openxmlformats.org/drawingml/2006/main">
            <a:off x="685800" y="933450"/>
            <a:ext cx="10820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i="0">
                <a:solidFill>
                  <a:srgbClr val="163C2C"/>
                </a:solidFill>
              </a:defRPr>
            </a:pPr>
            <a:r>
              <a:rPr sz="3150" b="1" i="0">
                <a:solidFill>
                  <a:srgbClr val="163C2C"/>
                </a:solidFill>
              </a:rPr>
              <a:t>You now have the full conversation loop</a:t>
            </a:r>
          </a:p>
        </p:txBody>
      </p:sp>
      <p:sp>
        <p:nvSpPr>
          <p:cNvPr id="4" name="">
            <a:extLst xmlns:a="http://schemas.openxmlformats.org/drawingml/2006/main">
              <a:ext uri="{FF2B5EF4-FFF2-40B4-BE49-F238E27FC236}">
                <a16:creationId xmlns:a16="http://schemas.microsoft.com/office/drawing/2014/main" id="{81B9A8AD-D0F2-4100-88D3-E5CAFE9D2D94}"/>
              </a:ext>
            </a:extLst>
          </p:cNvPr>
          <p:cNvSpPr>
            <a:spLocks xmlns:a="http://schemas.openxmlformats.org/drawingml/2006/main" noGrp="1"/>
          </p:cNvSpPr>
          <p:nvPr/>
        </p:nvSpPr>
        <p:spPr>
          <a:xfrm xmlns:a="http://schemas.openxmlformats.org/drawingml/2006/main">
            <a:off x="685800" y="156210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i="0">
                <a:solidFill>
                  <a:srgbClr val="61786E"/>
                </a:solidFill>
              </a:defRPr>
            </a:pPr>
            <a:r>
              <a:rPr sz="1500" b="0" i="0">
                <a:solidFill>
                  <a:srgbClr val="61786E"/>
                </a:solidFill>
              </a:rPr>
              <a:t>Agent → tool → live audio → events → production behavior.</a:t>
            </a:r>
          </a:p>
        </p:txBody>
      </p:sp>
      <p:sp>
        <p:nvSpPr>
          <p:cNvPr id="5" name="">
            <a:extLst xmlns:a="http://schemas.openxmlformats.org/drawingml/2006/main">
              <a:ext uri="{FF2B5EF4-FFF2-40B4-BE49-F238E27FC236}">
                <a16:creationId xmlns:a16="http://schemas.microsoft.com/office/drawing/2014/main" id="{B2803DD0-2389-4236-BCA8-A412A0E04C0B}"/>
              </a:ext>
            </a:extLst>
          </p:cNvPr>
          <p:cNvSpPr>
            <a:spLocks xmlns:a="http://schemas.openxmlformats.org/drawingml/2006/main" noGrp="1"/>
          </p:cNvSpPr>
          <p:nvPr/>
        </p:nvSpPr>
        <p:spPr>
          <a:xfrm xmlns:a="http://schemas.openxmlformats.org/drawingml/2006/main">
            <a:off x="685800" y="6448425"/>
            <a:ext cx="10820400" cy="952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2939B21-747E-44BB-A542-84417B69F1EE}"/>
              </a:ext>
            </a:extLst>
          </p:cNvPr>
          <p:cNvSpPr>
            <a:spLocks xmlns:a="http://schemas.openxmlformats.org/drawingml/2006/main" noGrp="1"/>
          </p:cNvSpPr>
          <p:nvPr/>
        </p:nvSpPr>
        <p:spPr>
          <a:xfrm xmlns:a="http://schemas.openxmlformats.org/drawingml/2006/main">
            <a:off x="685800" y="65246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00" b="1" i="0">
                <a:solidFill>
                  <a:srgbClr val="7F9389"/>
                </a:solidFill>
              </a:defRPr>
            </a:pPr>
            <a:r>
              <a:rPr sz="900" b="1" i="0">
                <a:solidFill>
                  <a:srgbClr val="7F9389"/>
                </a:solidFill>
              </a:rPr>
              <a:t>VOICE AGENTS × GOOGLE ADK</a:t>
            </a:r>
          </a:p>
        </p:txBody>
      </p:sp>
      <p:sp>
        <p:nvSpPr>
          <p:cNvPr id="7" name="">
            <a:extLst xmlns:a="http://schemas.openxmlformats.org/drawingml/2006/main">
              <a:ext uri="{FF2B5EF4-FFF2-40B4-BE49-F238E27FC236}">
                <a16:creationId xmlns:a16="http://schemas.microsoft.com/office/drawing/2014/main" id="{29BC5D8A-D749-43EC-87C6-8DDBA608F50D}"/>
              </a:ext>
            </a:extLst>
          </p:cNvPr>
          <p:cNvSpPr>
            <a:spLocks xmlns:a="http://schemas.openxmlformats.org/drawingml/2006/main" noGrp="1"/>
          </p:cNvSpPr>
          <p:nvPr/>
        </p:nvSpPr>
        <p:spPr>
          <a:xfrm xmlns:a="http://schemas.openxmlformats.org/drawingml/2006/main">
            <a:off x="10972800" y="6505575"/>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00" b="1" i="0">
                <a:solidFill>
                  <a:srgbClr val="7F9389"/>
                </a:solidFill>
              </a:defRPr>
            </a:pPr>
            <a:r>
              <a:rPr sz="900" b="1" i="0">
                <a:solidFill>
                  <a:srgbClr val="7F9389"/>
                </a:solidFill>
              </a:rPr>
              <a:t>19</a:t>
            </a:r>
          </a:p>
        </p:txBody>
      </p:sp>
      <p:sp>
        <p:nvSpPr>
          <p:cNvPr id="8" name="">
            <a:extLst xmlns:a="http://schemas.openxmlformats.org/drawingml/2006/main">
              <a:ext uri="{FF2B5EF4-FFF2-40B4-BE49-F238E27FC236}">
                <a16:creationId xmlns:a16="http://schemas.microsoft.com/office/drawing/2014/main" id="{DC9096DF-EA84-40EB-AF00-63A1EA554CD2}"/>
              </a:ext>
            </a:extLst>
          </p:cNvPr>
          <p:cNvSpPr>
            <a:spLocks xmlns:a="http://schemas.openxmlformats.org/drawingml/2006/main" noGrp="1"/>
          </p:cNvSpPr>
          <p:nvPr/>
        </p:nvSpPr>
        <p:spPr>
          <a:xfrm xmlns:a="http://schemas.openxmlformats.org/drawingml/2006/main">
            <a:off x="1009650" y="2343150"/>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i="0">
                <a:solidFill>
                  <a:srgbClr val="159A64"/>
                </a:solidFill>
              </a:defRPr>
            </a:pPr>
            <a:r>
              <a:rPr sz="1425" b="1" i="0">
                <a:solidFill>
                  <a:srgbClr val="159A64"/>
                </a:solidFill>
              </a:rPr>
              <a:t>BUILD</a:t>
            </a:r>
          </a:p>
        </p:txBody>
      </p:sp>
      <p:sp>
        <p:nvSpPr>
          <p:cNvPr id="9" name="">
            <a:extLst xmlns:a="http://schemas.openxmlformats.org/drawingml/2006/main">
              <a:ext uri="{FF2B5EF4-FFF2-40B4-BE49-F238E27FC236}">
                <a16:creationId xmlns:a16="http://schemas.microsoft.com/office/drawing/2014/main" id="{EC8ADF37-7865-40D7-B51D-8882817D52A0}"/>
              </a:ext>
            </a:extLst>
          </p:cNvPr>
          <p:cNvSpPr>
            <a:spLocks xmlns:a="http://schemas.openxmlformats.org/drawingml/2006/main" noGrp="1"/>
          </p:cNvSpPr>
          <p:nvPr/>
        </p:nvSpPr>
        <p:spPr>
          <a:xfrm xmlns:a="http://schemas.openxmlformats.org/drawingml/2006/main">
            <a:off x="1009650" y="274320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1" i="0">
                <a:solidFill>
                  <a:srgbClr val="163C2C"/>
                </a:solidFill>
              </a:defRPr>
            </a:pPr>
            <a:r>
              <a:rPr sz="1875" b="1" i="0">
                <a:solidFill>
                  <a:srgbClr val="163C2C"/>
                </a:solidFill>
              </a:rPr>
              <a:t>small checkpoints</a:t>
            </a:r>
          </a:p>
        </p:txBody>
      </p:sp>
      <p:sp>
        <p:nvSpPr>
          <p:cNvPr id="10" name="">
            <a:extLst xmlns:a="http://schemas.openxmlformats.org/drawingml/2006/main">
              <a:ext uri="{FF2B5EF4-FFF2-40B4-BE49-F238E27FC236}">
                <a16:creationId xmlns:a16="http://schemas.microsoft.com/office/drawing/2014/main" id="{77954C3F-7C86-4381-AEC9-B62F4E4D4CF7}"/>
              </a:ext>
            </a:extLst>
          </p:cNvPr>
          <p:cNvSpPr>
            <a:spLocks xmlns:a="http://schemas.openxmlformats.org/drawingml/2006/main" noGrp="1"/>
          </p:cNvSpPr>
          <p:nvPr/>
        </p:nvSpPr>
        <p:spPr>
          <a:xfrm xmlns:a="http://schemas.openxmlformats.org/drawingml/2006/main">
            <a:off x="4629150" y="2343150"/>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i="0">
                <a:solidFill>
                  <a:srgbClr val="48B985"/>
                </a:solidFill>
              </a:defRPr>
            </a:pPr>
            <a:r>
              <a:rPr sz="1425" b="1" i="0">
                <a:solidFill>
                  <a:srgbClr val="48B985"/>
                </a:solidFill>
              </a:rPr>
              <a:t>TEST</a:t>
            </a:r>
          </a:p>
        </p:txBody>
      </p:sp>
      <p:sp>
        <p:nvSpPr>
          <p:cNvPr id="11" name="">
            <a:extLst xmlns:a="http://schemas.openxmlformats.org/drawingml/2006/main">
              <a:ext uri="{FF2B5EF4-FFF2-40B4-BE49-F238E27FC236}">
                <a16:creationId xmlns:a16="http://schemas.microsoft.com/office/drawing/2014/main" id="{D8EBB82A-80EA-45B2-85D2-0E2EEB8E34CE}"/>
              </a:ext>
            </a:extLst>
          </p:cNvPr>
          <p:cNvSpPr>
            <a:spLocks xmlns:a="http://schemas.openxmlformats.org/drawingml/2006/main" noGrp="1"/>
          </p:cNvSpPr>
          <p:nvPr/>
        </p:nvSpPr>
        <p:spPr>
          <a:xfrm xmlns:a="http://schemas.openxmlformats.org/drawingml/2006/main">
            <a:off x="4629150" y="274320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1" i="0">
                <a:solidFill>
                  <a:srgbClr val="163C2C"/>
                </a:solidFill>
              </a:defRPr>
            </a:pPr>
            <a:r>
              <a:rPr sz="1875" b="1" i="0">
                <a:solidFill>
                  <a:srgbClr val="163C2C"/>
                </a:solidFill>
              </a:rPr>
              <a:t>interrupt + fail</a:t>
            </a:r>
          </a:p>
        </p:txBody>
      </p:sp>
      <p:sp>
        <p:nvSpPr>
          <p:cNvPr id="12" name="">
            <a:extLst xmlns:a="http://schemas.openxmlformats.org/drawingml/2006/main">
              <a:ext uri="{FF2B5EF4-FFF2-40B4-BE49-F238E27FC236}">
                <a16:creationId xmlns:a16="http://schemas.microsoft.com/office/drawing/2014/main" id="{98D81328-AA9B-4F3D-8C29-34AF56451A26}"/>
              </a:ext>
            </a:extLst>
          </p:cNvPr>
          <p:cNvSpPr>
            <a:spLocks xmlns:a="http://schemas.openxmlformats.org/drawingml/2006/main" noGrp="1"/>
          </p:cNvSpPr>
          <p:nvPr/>
        </p:nvSpPr>
        <p:spPr>
          <a:xfrm xmlns:a="http://schemas.openxmlformats.org/drawingml/2006/main">
            <a:off x="8572500" y="2343150"/>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i="0">
                <a:solidFill>
                  <a:srgbClr val="7FA847"/>
                </a:solidFill>
              </a:defRPr>
            </a:pPr>
            <a:r>
              <a:rPr sz="1425" b="1" i="0">
                <a:solidFill>
                  <a:srgbClr val="7FA847"/>
                </a:solidFill>
              </a:rPr>
              <a:t>SHIP</a:t>
            </a:r>
          </a:p>
        </p:txBody>
      </p:sp>
      <p:sp>
        <p:nvSpPr>
          <p:cNvPr id="13" name="">
            <a:extLst xmlns:a="http://schemas.openxmlformats.org/drawingml/2006/main">
              <a:ext uri="{FF2B5EF4-FFF2-40B4-BE49-F238E27FC236}">
                <a16:creationId xmlns:a16="http://schemas.microsoft.com/office/drawing/2014/main" id="{2BE2A009-26FC-44BB-879E-61D03F2C0D0E}"/>
              </a:ext>
            </a:extLst>
          </p:cNvPr>
          <p:cNvSpPr>
            <a:spLocks xmlns:a="http://schemas.openxmlformats.org/drawingml/2006/main" noGrp="1"/>
          </p:cNvSpPr>
          <p:nvPr/>
        </p:nvSpPr>
        <p:spPr>
          <a:xfrm xmlns:a="http://schemas.openxmlformats.org/drawingml/2006/main">
            <a:off x="8572500" y="27432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1" i="0">
                <a:solidFill>
                  <a:srgbClr val="163C2C"/>
                </a:solidFill>
              </a:defRPr>
            </a:pPr>
            <a:r>
              <a:rPr sz="1875" b="1" i="0">
                <a:solidFill>
                  <a:srgbClr val="163C2C"/>
                </a:solidFill>
              </a:rPr>
              <a:t>measure the loop</a:t>
            </a:r>
          </a:p>
        </p:txBody>
      </p:sp>
      <p:sp>
        <p:nvSpPr>
          <p:cNvPr id="14" name="">
            <a:extLst xmlns:a="http://schemas.openxmlformats.org/drawingml/2006/main">
              <a:ext uri="{FF2B5EF4-FFF2-40B4-BE49-F238E27FC236}">
                <a16:creationId xmlns:a16="http://schemas.microsoft.com/office/drawing/2014/main" id="{4DF1E87C-93B7-4672-9125-C5568DFC5DB5}"/>
              </a:ext>
            </a:extLst>
          </p:cNvPr>
          <p:cNvSpPr>
            <a:spLocks xmlns:a="http://schemas.openxmlformats.org/drawingml/2006/main" noGrp="1"/>
          </p:cNvSpPr>
          <p:nvPr/>
        </p:nvSpPr>
        <p:spPr>
          <a:xfrm xmlns:a="http://schemas.openxmlformats.org/drawingml/2006/main">
            <a:off x="1009650" y="3390900"/>
            <a:ext cx="9620250" cy="28575"/>
          </a:xfrm>
          <a:prstGeom xmlns:a="http://schemas.openxmlformats.org/drawingml/2006/main" prst="rect">
            <a:avLst/>
          </a:prstGeom>
          <a:solidFill xmlns:a="http://schemas.openxmlformats.org/drawingml/2006/main">
            <a:srgbClr val="C9DED2"/>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3A36638B-F7BF-4CC2-AC99-A5438795951F}"/>
              </a:ext>
            </a:extLst>
          </p:cNvPr>
          <p:cNvSpPr>
            <a:spLocks xmlns:a="http://schemas.openxmlformats.org/drawingml/2006/main" noGrp="1"/>
          </p:cNvSpPr>
          <p:nvPr/>
        </p:nvSpPr>
        <p:spPr>
          <a:xfrm xmlns:a="http://schemas.openxmlformats.org/drawingml/2006/main">
            <a:off x="3028950" y="4448175"/>
            <a:ext cx="38100" cy="2095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C3AEBEA-06A1-4F75-B53D-580FEF072EBD}"/>
              </a:ext>
            </a:extLst>
          </p:cNvPr>
          <p:cNvSpPr>
            <a:spLocks xmlns:a="http://schemas.openxmlformats.org/drawingml/2006/main" noGrp="1"/>
          </p:cNvSpPr>
          <p:nvPr/>
        </p:nvSpPr>
        <p:spPr>
          <a:xfrm xmlns:a="http://schemas.openxmlformats.org/drawingml/2006/main">
            <a:off x="3219450" y="4352925"/>
            <a:ext cx="38100" cy="4000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806A063-9EBE-40F0-9932-CDF54603E600}"/>
              </a:ext>
            </a:extLst>
          </p:cNvPr>
          <p:cNvSpPr>
            <a:spLocks xmlns:a="http://schemas.openxmlformats.org/drawingml/2006/main" noGrp="1"/>
          </p:cNvSpPr>
          <p:nvPr/>
        </p:nvSpPr>
        <p:spPr>
          <a:xfrm xmlns:a="http://schemas.openxmlformats.org/drawingml/2006/main">
            <a:off x="3409950" y="4200525"/>
            <a:ext cx="38100" cy="7048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E671716-F062-4EC7-8E6B-F4E20F5C6CCC}"/>
              </a:ext>
            </a:extLst>
          </p:cNvPr>
          <p:cNvSpPr>
            <a:spLocks xmlns:a="http://schemas.openxmlformats.org/drawingml/2006/main" noGrp="1"/>
          </p:cNvSpPr>
          <p:nvPr/>
        </p:nvSpPr>
        <p:spPr>
          <a:xfrm xmlns:a="http://schemas.openxmlformats.org/drawingml/2006/main">
            <a:off x="3600450" y="4057650"/>
            <a:ext cx="38100" cy="9906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54EEA12-2A75-4270-9383-241AC58D5137}"/>
              </a:ext>
            </a:extLst>
          </p:cNvPr>
          <p:cNvSpPr>
            <a:spLocks xmlns:a="http://schemas.openxmlformats.org/drawingml/2006/main" noGrp="1"/>
          </p:cNvSpPr>
          <p:nvPr/>
        </p:nvSpPr>
        <p:spPr>
          <a:xfrm xmlns:a="http://schemas.openxmlformats.org/drawingml/2006/main">
            <a:off x="3790950" y="4257675"/>
            <a:ext cx="38100" cy="5905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15ACD9C-96CE-43EA-A18F-2F2BD8871A13}"/>
              </a:ext>
            </a:extLst>
          </p:cNvPr>
          <p:cNvSpPr>
            <a:spLocks xmlns:a="http://schemas.openxmlformats.org/drawingml/2006/main" noGrp="1"/>
          </p:cNvSpPr>
          <p:nvPr/>
        </p:nvSpPr>
        <p:spPr>
          <a:xfrm xmlns:a="http://schemas.openxmlformats.org/drawingml/2006/main">
            <a:off x="3981450" y="4391025"/>
            <a:ext cx="38100" cy="3238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1EF6B1B-B308-4A00-92EF-8CAA1F149D70}"/>
              </a:ext>
            </a:extLst>
          </p:cNvPr>
          <p:cNvSpPr>
            <a:spLocks xmlns:a="http://schemas.openxmlformats.org/drawingml/2006/main" noGrp="1"/>
          </p:cNvSpPr>
          <p:nvPr/>
        </p:nvSpPr>
        <p:spPr>
          <a:xfrm xmlns:a="http://schemas.openxmlformats.org/drawingml/2006/main">
            <a:off x="4171950" y="4114800"/>
            <a:ext cx="38100" cy="8763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9D0EA1B-B701-455A-A069-C5FD4461640D}"/>
              </a:ext>
            </a:extLst>
          </p:cNvPr>
          <p:cNvSpPr>
            <a:spLocks xmlns:a="http://schemas.openxmlformats.org/drawingml/2006/main" noGrp="1"/>
          </p:cNvSpPr>
          <p:nvPr/>
        </p:nvSpPr>
        <p:spPr>
          <a:xfrm xmlns:a="http://schemas.openxmlformats.org/drawingml/2006/main">
            <a:off x="4362450" y="3924300"/>
            <a:ext cx="38100" cy="12573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0A74F51-2D07-464E-870C-3C585B8DC458}"/>
              </a:ext>
            </a:extLst>
          </p:cNvPr>
          <p:cNvSpPr>
            <a:spLocks xmlns:a="http://schemas.openxmlformats.org/drawingml/2006/main" noGrp="1"/>
          </p:cNvSpPr>
          <p:nvPr/>
        </p:nvSpPr>
        <p:spPr>
          <a:xfrm xmlns:a="http://schemas.openxmlformats.org/drawingml/2006/main">
            <a:off x="4552950" y="4143375"/>
            <a:ext cx="38100" cy="8191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494A66E-7763-4637-A3A2-4608C32D5027}"/>
              </a:ext>
            </a:extLst>
          </p:cNvPr>
          <p:cNvSpPr>
            <a:spLocks xmlns:a="http://schemas.openxmlformats.org/drawingml/2006/main" noGrp="1"/>
          </p:cNvSpPr>
          <p:nvPr/>
        </p:nvSpPr>
        <p:spPr>
          <a:xfrm xmlns:a="http://schemas.openxmlformats.org/drawingml/2006/main">
            <a:off x="4743450" y="4305300"/>
            <a:ext cx="38100" cy="4953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E3977B7-278E-4C6C-AFA5-D6869820A7C2}"/>
              </a:ext>
            </a:extLst>
          </p:cNvPr>
          <p:cNvSpPr>
            <a:spLocks xmlns:a="http://schemas.openxmlformats.org/drawingml/2006/main" noGrp="1"/>
          </p:cNvSpPr>
          <p:nvPr/>
        </p:nvSpPr>
        <p:spPr>
          <a:xfrm xmlns:a="http://schemas.openxmlformats.org/drawingml/2006/main">
            <a:off x="4933950" y="4438650"/>
            <a:ext cx="38100" cy="2286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0B68F2C0-E823-49E0-958B-D7A99F249126}"/>
              </a:ext>
            </a:extLst>
          </p:cNvPr>
          <p:cNvSpPr>
            <a:spLocks xmlns:a="http://schemas.openxmlformats.org/drawingml/2006/main" noGrp="1"/>
          </p:cNvSpPr>
          <p:nvPr/>
        </p:nvSpPr>
        <p:spPr>
          <a:xfrm xmlns:a="http://schemas.openxmlformats.org/drawingml/2006/main">
            <a:off x="5124450" y="4238625"/>
            <a:ext cx="38100" cy="6286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507CF22-6006-456C-8F2D-59ABF9FE53F4}"/>
              </a:ext>
            </a:extLst>
          </p:cNvPr>
          <p:cNvSpPr>
            <a:spLocks xmlns:a="http://schemas.openxmlformats.org/drawingml/2006/main" noGrp="1"/>
          </p:cNvSpPr>
          <p:nvPr/>
        </p:nvSpPr>
        <p:spPr>
          <a:xfrm xmlns:a="http://schemas.openxmlformats.org/drawingml/2006/main">
            <a:off x="5314950" y="4019550"/>
            <a:ext cx="38100" cy="10668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79E1FEF-F0BB-43E9-BBF3-AFB379156EED}"/>
              </a:ext>
            </a:extLst>
          </p:cNvPr>
          <p:cNvSpPr>
            <a:spLocks xmlns:a="http://schemas.openxmlformats.org/drawingml/2006/main" noGrp="1"/>
          </p:cNvSpPr>
          <p:nvPr/>
        </p:nvSpPr>
        <p:spPr>
          <a:xfrm xmlns:a="http://schemas.openxmlformats.org/drawingml/2006/main">
            <a:off x="5505450" y="4200525"/>
            <a:ext cx="38100" cy="7048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0E3331C-F71A-40E8-8F54-13FCC5CE89AE}"/>
              </a:ext>
            </a:extLst>
          </p:cNvPr>
          <p:cNvSpPr>
            <a:spLocks xmlns:a="http://schemas.openxmlformats.org/drawingml/2006/main" noGrp="1"/>
          </p:cNvSpPr>
          <p:nvPr/>
        </p:nvSpPr>
        <p:spPr>
          <a:xfrm xmlns:a="http://schemas.openxmlformats.org/drawingml/2006/main">
            <a:off x="5695950" y="4381500"/>
            <a:ext cx="38100" cy="3429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E8DEFA87-DC26-49EC-8BF2-ACF424F3B45B}"/>
              </a:ext>
            </a:extLst>
          </p:cNvPr>
          <p:cNvSpPr>
            <a:spLocks xmlns:a="http://schemas.openxmlformats.org/drawingml/2006/main" noGrp="1"/>
          </p:cNvSpPr>
          <p:nvPr/>
        </p:nvSpPr>
        <p:spPr>
          <a:xfrm xmlns:a="http://schemas.openxmlformats.org/drawingml/2006/main">
            <a:off x="5886450" y="4457700"/>
            <a:ext cx="38100" cy="1905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28CFD13-777B-458F-AF57-D113B2E06CB6}"/>
              </a:ext>
            </a:extLst>
          </p:cNvPr>
          <p:cNvSpPr>
            <a:spLocks xmlns:a="http://schemas.openxmlformats.org/drawingml/2006/main" noGrp="1"/>
          </p:cNvSpPr>
          <p:nvPr/>
        </p:nvSpPr>
        <p:spPr>
          <a:xfrm xmlns:a="http://schemas.openxmlformats.org/drawingml/2006/main">
            <a:off x="6076950" y="4305300"/>
            <a:ext cx="38100" cy="4953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3D17FE2-8209-45EB-8380-06B1B925AD6F}"/>
              </a:ext>
            </a:extLst>
          </p:cNvPr>
          <p:cNvSpPr>
            <a:spLocks xmlns:a="http://schemas.openxmlformats.org/drawingml/2006/main" noGrp="1"/>
          </p:cNvSpPr>
          <p:nvPr/>
        </p:nvSpPr>
        <p:spPr>
          <a:xfrm xmlns:a="http://schemas.openxmlformats.org/drawingml/2006/main">
            <a:off x="6267450" y="4124325"/>
            <a:ext cx="38100" cy="8572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F935389F-1967-4FCA-AD85-4FFC9B0A0B12}"/>
              </a:ext>
            </a:extLst>
          </p:cNvPr>
          <p:cNvSpPr>
            <a:spLocks xmlns:a="http://schemas.openxmlformats.org/drawingml/2006/main" noGrp="1"/>
          </p:cNvSpPr>
          <p:nvPr/>
        </p:nvSpPr>
        <p:spPr>
          <a:xfrm xmlns:a="http://schemas.openxmlformats.org/drawingml/2006/main">
            <a:off x="6457950" y="4333875"/>
            <a:ext cx="38100" cy="4381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B03E554C-E9E9-4C23-801C-69E936D1D4C5}"/>
              </a:ext>
            </a:extLst>
          </p:cNvPr>
          <p:cNvSpPr>
            <a:spLocks xmlns:a="http://schemas.openxmlformats.org/drawingml/2006/main" noGrp="1"/>
          </p:cNvSpPr>
          <p:nvPr/>
        </p:nvSpPr>
        <p:spPr>
          <a:xfrm xmlns:a="http://schemas.openxmlformats.org/drawingml/2006/main">
            <a:off x="6648450" y="4467225"/>
            <a:ext cx="38100" cy="1714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A1F1E26F-1650-4AAB-B361-C1D4BA4A8C58}"/>
              </a:ext>
            </a:extLst>
          </p:cNvPr>
          <p:cNvSpPr>
            <a:spLocks xmlns:a="http://schemas.openxmlformats.org/drawingml/2006/main" noGrp="1"/>
          </p:cNvSpPr>
          <p:nvPr/>
        </p:nvSpPr>
        <p:spPr>
          <a:xfrm xmlns:a="http://schemas.openxmlformats.org/drawingml/2006/main">
            <a:off x="6838950" y="4391025"/>
            <a:ext cx="38100" cy="3238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936D11A0-1AB1-41F2-AA98-A26D556383B8}"/>
              </a:ext>
            </a:extLst>
          </p:cNvPr>
          <p:cNvSpPr>
            <a:spLocks xmlns:a="http://schemas.openxmlformats.org/drawingml/2006/main" noGrp="1"/>
          </p:cNvSpPr>
          <p:nvPr/>
        </p:nvSpPr>
        <p:spPr>
          <a:xfrm xmlns:a="http://schemas.openxmlformats.org/drawingml/2006/main">
            <a:off x="7029450" y="4229100"/>
            <a:ext cx="38100" cy="6477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49A32767-C393-49E6-9304-F92844C5E000}"/>
              </a:ext>
            </a:extLst>
          </p:cNvPr>
          <p:cNvSpPr>
            <a:spLocks xmlns:a="http://schemas.openxmlformats.org/drawingml/2006/main" noGrp="1"/>
          </p:cNvSpPr>
          <p:nvPr/>
        </p:nvSpPr>
        <p:spPr>
          <a:xfrm xmlns:a="http://schemas.openxmlformats.org/drawingml/2006/main">
            <a:off x="7219950" y="4105275"/>
            <a:ext cx="38100" cy="8953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DC69AB97-6118-4D76-A369-7CAC0BA4CE93}"/>
              </a:ext>
            </a:extLst>
          </p:cNvPr>
          <p:cNvSpPr>
            <a:spLocks xmlns:a="http://schemas.openxmlformats.org/drawingml/2006/main" noGrp="1"/>
          </p:cNvSpPr>
          <p:nvPr/>
        </p:nvSpPr>
        <p:spPr>
          <a:xfrm xmlns:a="http://schemas.openxmlformats.org/drawingml/2006/main">
            <a:off x="7410450" y="4305300"/>
            <a:ext cx="38100" cy="4953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860DC3C9-AA55-4911-AB74-89A23A78231C}"/>
              </a:ext>
            </a:extLst>
          </p:cNvPr>
          <p:cNvSpPr>
            <a:spLocks xmlns:a="http://schemas.openxmlformats.org/drawingml/2006/main" noGrp="1"/>
          </p:cNvSpPr>
          <p:nvPr/>
        </p:nvSpPr>
        <p:spPr>
          <a:xfrm xmlns:a="http://schemas.openxmlformats.org/drawingml/2006/main">
            <a:off x="7600950" y="4438650"/>
            <a:ext cx="38100" cy="2286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449E53A1-E9A6-434B-A54C-DAD11915284D}"/>
              </a:ext>
            </a:extLst>
          </p:cNvPr>
          <p:cNvSpPr>
            <a:spLocks xmlns:a="http://schemas.openxmlformats.org/drawingml/2006/main" noGrp="1"/>
          </p:cNvSpPr>
          <p:nvPr/>
        </p:nvSpPr>
        <p:spPr>
          <a:xfrm xmlns:a="http://schemas.openxmlformats.org/drawingml/2006/main">
            <a:off x="7791450" y="4476750"/>
            <a:ext cx="38100" cy="15240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4D127D22-8213-4858-8D60-B77193AFAB28}"/>
              </a:ext>
            </a:extLst>
          </p:cNvPr>
          <p:cNvSpPr>
            <a:spLocks xmlns:a="http://schemas.openxmlformats.org/drawingml/2006/main" noGrp="1"/>
          </p:cNvSpPr>
          <p:nvPr/>
        </p:nvSpPr>
        <p:spPr>
          <a:xfrm xmlns:a="http://schemas.openxmlformats.org/drawingml/2006/main">
            <a:off x="7981950" y="4333875"/>
            <a:ext cx="38100" cy="4381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42" name="">
            <a:extLst xmlns:a="http://schemas.openxmlformats.org/drawingml/2006/main">
              <a:ext uri="{FF2B5EF4-FFF2-40B4-BE49-F238E27FC236}">
                <a16:creationId xmlns:a16="http://schemas.microsoft.com/office/drawing/2014/main" id="{9FAE6D66-4650-47F8-9726-34EB2E10794B}"/>
              </a:ext>
            </a:extLst>
          </p:cNvPr>
          <p:cNvSpPr>
            <a:spLocks xmlns:a="http://schemas.openxmlformats.org/drawingml/2006/main" noGrp="1"/>
          </p:cNvSpPr>
          <p:nvPr/>
        </p:nvSpPr>
        <p:spPr>
          <a:xfrm xmlns:a="http://schemas.openxmlformats.org/drawingml/2006/main">
            <a:off x="8172450" y="4162425"/>
            <a:ext cx="38100" cy="7810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846B55D6-766B-4F68-B3A7-24E7E270BD34}"/>
              </a:ext>
            </a:extLst>
          </p:cNvPr>
          <p:cNvSpPr>
            <a:spLocks xmlns:a="http://schemas.openxmlformats.org/drawingml/2006/main" noGrp="1"/>
          </p:cNvSpPr>
          <p:nvPr/>
        </p:nvSpPr>
        <p:spPr>
          <a:xfrm xmlns:a="http://schemas.openxmlformats.org/drawingml/2006/main">
            <a:off x="8362950" y="4295775"/>
            <a:ext cx="38100" cy="5143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44" name="">
            <a:extLst xmlns:a="http://schemas.openxmlformats.org/drawingml/2006/main">
              <a:ext uri="{FF2B5EF4-FFF2-40B4-BE49-F238E27FC236}">
                <a16:creationId xmlns:a16="http://schemas.microsoft.com/office/drawing/2014/main" id="{F159B9E6-DCAD-43F1-98F6-2316297A9CDA}"/>
              </a:ext>
            </a:extLst>
          </p:cNvPr>
          <p:cNvSpPr>
            <a:spLocks xmlns:a="http://schemas.openxmlformats.org/drawingml/2006/main" noGrp="1"/>
          </p:cNvSpPr>
          <p:nvPr/>
        </p:nvSpPr>
        <p:spPr>
          <a:xfrm xmlns:a="http://schemas.openxmlformats.org/drawingml/2006/main">
            <a:off x="8553450" y="4429125"/>
            <a:ext cx="38100" cy="247650"/>
          </a:xfrm>
          <a:prstGeom xmlns:a="http://schemas.openxmlformats.org/drawingml/2006/main" prst="roundRect">
            <a:avLst>
              <a:gd name="adj" fmla="val 50000"/>
            </a:avLst>
          </a:prstGeom>
          <a:solidFill xmlns:a="http://schemas.openxmlformats.org/drawingml/2006/main">
            <a:srgbClr val="159A64"/>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0630909D-FACC-4101-AA0C-D18CF8DC2599}"/>
              </a:ext>
            </a:extLst>
          </p:cNvPr>
          <p:cNvSpPr>
            <a:spLocks xmlns:a="http://schemas.openxmlformats.org/drawingml/2006/main" noGrp="1"/>
          </p:cNvSpPr>
          <p:nvPr/>
        </p:nvSpPr>
        <p:spPr>
          <a:xfrm xmlns:a="http://schemas.openxmlformats.org/drawingml/2006/main">
            <a:off x="1524000" y="5467350"/>
            <a:ext cx="914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00" b="1" i="0">
                <a:solidFill>
                  <a:srgbClr val="48B985"/>
                </a:solidFill>
              </a:defRPr>
            </a:pPr>
            <a:r>
              <a:rPr sz="2100" b="1" i="0">
                <a:solidFill>
                  <a:srgbClr val="48B985"/>
                </a:solidFill>
              </a:rPr>
              <a:t>Next: replace the fake tool with one real workflow.</a:t>
            </a:r>
          </a:p>
        </p:txBody>
      </p:sp>
    </p:spTree>
    <p:extLst>
      <p:ext uri="{BB962C8B-B14F-4D97-AF65-F5344CB8AC3E}">
        <p14:creationId xmlns:p14="http://schemas.microsoft.com/office/powerpoint/2010/main" val="4164495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2026-08-22T03:49:01.5320000Z</dcterms:created>
  <dcterms:modified xsi:type="dcterms:W3CDTF">2026-08-22T03:49:01.5320000Z</dcterms:modified>
</coreProperties>
</file>